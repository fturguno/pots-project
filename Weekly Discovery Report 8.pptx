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86c36d32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86c36d3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8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Focus</a:t>
            </a:r>
            <a:endParaRPr/>
          </a:p>
        </p:txBody>
      </p:sp>
      <p:sp>
        <p:nvSpPr>
          <p:cNvPr id="896" name="Google Shape;896;p52"/>
          <p:cNvSpPr txBox="1"/>
          <p:nvPr>
            <p:ph idx="1" type="body"/>
          </p:nvPr>
        </p:nvSpPr>
        <p:spPr>
          <a:xfrm>
            <a:off x="311700" y="1152475"/>
            <a:ext cx="818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Sufficiently sampled our direct target market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Dissatisfaction with current menstrual pain remedies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Interest in understanding the biological side of NSAID use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Concerns: Data Privacy &amp; Cost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Shift focus to surveying clinicians 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Phone </a:t>
            </a:r>
            <a:r>
              <a:rPr lang="en" sz="2200"/>
              <a:t>interviews with 3 clinicians (one from Planned Parenthood, 2 from Atrium Health Women’s Care), filled out survey for them based on their answers on the phone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6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