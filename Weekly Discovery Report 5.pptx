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Sora Light"/>
      <p:regular r:id="rId21"/>
      <p:bold r:id="rId22"/>
    </p:embeddedFont>
    <p:embeddedFont>
      <p:font typeface="Sor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22" Type="http://schemas.openxmlformats.org/officeDocument/2006/relationships/font" Target="fonts/SoraLight-bold.fntdata"/><Relationship Id="rId10" Type="http://schemas.openxmlformats.org/officeDocument/2006/relationships/slide" Target="slides/slide5.xml"/><Relationship Id="rId21" Type="http://schemas.openxmlformats.org/officeDocument/2006/relationships/font" Target="fonts/SoraLight-regular.fntdata"/><Relationship Id="rId13" Type="http://schemas.openxmlformats.org/officeDocument/2006/relationships/font" Target="fonts/Raleway-regular.fntdata"/><Relationship Id="rId24" Type="http://schemas.openxmlformats.org/officeDocument/2006/relationships/font" Target="fonts/Sora-bold.fntdata"/><Relationship Id="rId12" Type="http://schemas.openxmlformats.org/officeDocument/2006/relationships/slide" Target="slides/slide7.xml"/><Relationship Id="rId23" Type="http://schemas.openxmlformats.org/officeDocument/2006/relationships/font" Target="fonts/Sor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97f667b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97f667b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99dc5d4b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99dc5d4b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99dc5d4b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99dc5d4b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991af2c2f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991af2c2f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991af2c2f_0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991af2c2f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991af2c2f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991af2c2f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4" name="Google Shape;84;p13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5" name="Google Shape;85;p1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6" name="Google Shape;86;p13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7" name="Google Shape;87;p13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88" name="Google Shape;88;p13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89" name="Google Shape;89;p13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90" name="Google Shape;90;p13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91" name="Google Shape;91;p1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2" name="Google Shape;92;p1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" name="Google Shape;96;p13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97" name="Google Shape;97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1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1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1" name="Google Shape;101;p1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2" name="Google Shape;102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" name="Google Shape;104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" name="Google Shape;105;p1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6" name="Google Shape;106;p13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107" name="Google Shape;107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9" name="Google Shape;109;p13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0" name="Google Shape;110;p1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5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7" name="Google Shape;117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CycleSIGHT: Because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/>
          <p:nvPr>
            <p:ph type="ctrTitle"/>
          </p:nvPr>
        </p:nvSpPr>
        <p:spPr>
          <a:xfrm>
            <a:off x="182875" y="-117725"/>
            <a:ext cx="4697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Demographics</a:t>
            </a:r>
            <a:endParaRPr sz="3400"/>
          </a:p>
        </p:txBody>
      </p:sp>
      <p:pic>
        <p:nvPicPr>
          <p:cNvPr descr="Forms response chart. Question title: What is your age?. Number of responses: 15 responses." id="123" name="Google Shape;123;p15" title="What is your age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275" y="544175"/>
            <a:ext cx="5291827" cy="20931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Forms response chart. Question title: What is your ethnicity?. Number of responses: 15 responses." id="124" name="Google Shape;124;p15" title="What is your ethnicity?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263" y="2705335"/>
            <a:ext cx="5291827" cy="236511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ctrTitle"/>
          </p:nvPr>
        </p:nvSpPr>
        <p:spPr>
          <a:xfrm>
            <a:off x="182875" y="-117725"/>
            <a:ext cx="4697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Q1.</a:t>
            </a:r>
            <a:endParaRPr sz="3400"/>
          </a:p>
        </p:txBody>
      </p:sp>
      <p:pic>
        <p:nvPicPr>
          <p:cNvPr descr="Forms response chart. Question title: Have you ever had to miss an event (work, school, going out with friends, etc.) due to menstrual pain?. Number of responses: 15 responses." id="130" name="Google Shape;130;p16" title="Have you ever had to miss an event (work, school, going out with friends, etc.) due to menstrual pain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25" y="891475"/>
            <a:ext cx="8701742" cy="39472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ctrTitle"/>
          </p:nvPr>
        </p:nvSpPr>
        <p:spPr>
          <a:xfrm>
            <a:off x="182875" y="-117725"/>
            <a:ext cx="4697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Q2.</a:t>
            </a:r>
            <a:endParaRPr sz="3400"/>
          </a:p>
        </p:txBody>
      </p:sp>
      <p:pic>
        <p:nvPicPr>
          <p:cNvPr descr="Forms response chart. Question title: What do you currently do to manage menstrual pain or symptoms? (Select all that apply). Number of responses: 15 responses." id="136" name="Google Shape;136;p17" title="What do you currently do to manage menstrual pain or symptoms? (Select all that apply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50" y="891475"/>
            <a:ext cx="8299709" cy="3947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ctrTitle"/>
          </p:nvPr>
        </p:nvSpPr>
        <p:spPr>
          <a:xfrm>
            <a:off x="182875" y="-117725"/>
            <a:ext cx="4697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Q3.</a:t>
            </a:r>
            <a:endParaRPr sz="3400"/>
          </a:p>
        </p:txBody>
      </p:sp>
      <p:pic>
        <p:nvPicPr>
          <p:cNvPr descr="Forms response chart. Question title: Have you ever felt unsure about the underlying cause of your menstrual pain?. Number of responses: 15 responses." id="142" name="Google Shape;142;p18" title="Have you ever felt unsure about the underlying cause of your menstrual pain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8700"/>
            <a:ext cx="8839204" cy="372040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ctrTitle"/>
          </p:nvPr>
        </p:nvSpPr>
        <p:spPr>
          <a:xfrm>
            <a:off x="182875" y="-117725"/>
            <a:ext cx="4697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Q4.</a:t>
            </a:r>
            <a:endParaRPr sz="3400"/>
          </a:p>
        </p:txBody>
      </p:sp>
      <p:pic>
        <p:nvPicPr>
          <p:cNvPr descr="Forms response chart. Question title: Would knowing whether your body metabolizes (breaks down) certain medications differently influence your willingness to try or avoid them?. Number of responses: 15 responses." id="148" name="Google Shape;148;p19" title="Would knowing whether your body metabolizes (breaks down) certain medications differently influence your willingness to try or avoid them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25" y="770263"/>
            <a:ext cx="8701742" cy="39472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ctrTitle"/>
          </p:nvPr>
        </p:nvSpPr>
        <p:spPr>
          <a:xfrm>
            <a:off x="182875" y="-117725"/>
            <a:ext cx="4697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Q5.</a:t>
            </a:r>
            <a:endParaRPr sz="3400"/>
          </a:p>
        </p:txBody>
      </p:sp>
      <p:pic>
        <p:nvPicPr>
          <p:cNvPr descr="Forms response chart. Question title: What concerns would you have about using a biological test like this? (Select all that apply). Number of responses: 15 responses." id="154" name="Google Shape;154;p20" title="What concerns would you have about using a biological test like this? (Select all that apply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50" y="802538"/>
            <a:ext cx="8299709" cy="3947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