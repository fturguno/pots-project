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40664c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a40664c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discovery report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13400" y="1152475"/>
            <a:ext cx="30870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152475"/>
            <a:ext cx="59436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