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Hammersmith One" panose="02010703030501060504" pitchFamily="2" charset="77"/>
      <p:regular r:id="rId20"/>
    </p:embeddedFont>
    <p:embeddedFont>
      <p:font typeface="Nunito Sans" pitchFamily="2" charset="77"/>
      <p:regular r:id="rId21"/>
      <p:bold r:id="rId22"/>
      <p:italic r:id="rId23"/>
      <p:boldItalic r:id="rId24"/>
    </p:embeddedFont>
    <p:embeddedFont>
      <p:font typeface="Nunito Sans SemiBold" pitchFamily="2" charset="77"/>
      <p:regular r:id="rId25"/>
      <p:bold r:id="rId26"/>
      <p:italic r:id="rId27"/>
      <p:boldItalic r:id="rId28"/>
    </p:embeddedFont>
    <p:embeddedFont>
      <p:font typeface="Playfair Display" pitchFamily="2" charset="77"/>
      <p:regular r:id="rId29"/>
      <p:bold r:id="rId30"/>
      <p:italic r:id="rId31"/>
      <p:boldItalic r:id="rId32"/>
    </p:embeddedFont>
    <p:embeddedFont>
      <p:font typeface="Poppins" pitchFamily="2" charset="77"/>
      <p:regular r:id="rId33"/>
      <p:bold r:id="rId34"/>
      <p:italic r:id="rId35"/>
      <p:boldItalic r:id="rId36"/>
    </p:embeddedFont>
    <p:embeddedFont>
      <p:font typeface="Poppins Black" panose="00000A00000000000000" pitchFamily="2" charset="77"/>
      <p:bold r:id="rId37"/>
      <p:boldItalic r:id="rId38"/>
    </p:embeddedFont>
    <p:embeddedFont>
      <p:font typeface="Poppins Medium" panose="00000600000000000000" pitchFamily="2" charset="77"/>
      <p:regular r:id="rId39"/>
      <p:bold r:id="rId40"/>
      <p:italic r:id="rId41"/>
      <p:boldItalic r:id="rId42"/>
    </p:embeddedFont>
    <p:embeddedFont>
      <p:font typeface="Poppins SemiBold" panose="00000700000000000000" pitchFamily="2" charset="77"/>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04A244-D849-42B6-9DD5-D920D012F09C}">
  <a:tblStyle styleId="{0304A244-D849-42B6-9DD5-D920D012F09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031"/>
  </p:normalViewPr>
  <p:slideViewPr>
    <p:cSldViewPr snapToGrid="0">
      <p:cViewPr varScale="1">
        <p:scale>
          <a:sx n="121" d="100"/>
          <a:sy n="121" d="100"/>
        </p:scale>
        <p:origin x="1552"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font" Target="fonts/font2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0.fntdata"/><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45" Type="http://schemas.openxmlformats.org/officeDocument/2006/relationships/font" Target="fonts/font2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font" Target="fonts/font2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font" Target="fonts/font2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46" Type="http://schemas.openxmlformats.org/officeDocument/2006/relationships/font" Target="fonts/font27.fntdata"/><Relationship Id="rId20" Type="http://schemas.openxmlformats.org/officeDocument/2006/relationships/font" Target="fonts/font1.fntdata"/><Relationship Id="rId41" Type="http://schemas.openxmlformats.org/officeDocument/2006/relationships/font" Target="fonts/font2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c70dcd1968_0_5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c70dcd1968_0_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SzPts val="1700"/>
              <a:buChar char="-"/>
            </a:pPr>
            <a:r>
              <a:rPr lang="en" sz="1700"/>
              <a:t>Omg do you guys hear that? </a:t>
            </a:r>
            <a:r>
              <a:rPr lang="en" sz="1700">
                <a:solidFill>
                  <a:schemeClr val="dk1"/>
                </a:solidFill>
              </a:rPr>
              <a:t>It sounds like there’s a KILLER of women among us.</a:t>
            </a:r>
            <a:endParaRPr sz="1700">
              <a:solidFill>
                <a:schemeClr val="dk1"/>
              </a:solidFill>
            </a:endParaRPr>
          </a:p>
          <a:p>
            <a:pPr marL="457200" lvl="0" indent="-336550" algn="l" rtl="0">
              <a:spcBef>
                <a:spcPts val="0"/>
              </a:spcBef>
              <a:spcAft>
                <a:spcPts val="0"/>
              </a:spcAft>
              <a:buSzPts val="1700"/>
              <a:buChar char="-"/>
            </a:pPr>
            <a:r>
              <a:rPr lang="en" sz="1700"/>
              <a:t>While often attributed to other factors, a major, hidden contributor to chronic organ injury is the unmonitored, long-term, high-dosage use of NSAIDs to manage debilitating menstrual cramps.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c70dcd1968_0_5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c70dcd1968_0_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Char char="-"/>
            </a:pPr>
            <a:r>
              <a:rPr lang="en" sz="1500">
                <a:solidFill>
                  <a:schemeClr val="dk1"/>
                </a:solidFill>
              </a:rPr>
              <a:t>To stop this cycle of damage, we created </a:t>
            </a:r>
            <a:r>
              <a:rPr lang="en" sz="1500" b="1">
                <a:solidFill>
                  <a:schemeClr val="dk1"/>
                </a:solidFill>
              </a:rPr>
              <a:t>CycleSIGHT</a:t>
            </a:r>
            <a:r>
              <a:rPr lang="en" sz="1500">
                <a:solidFill>
                  <a:schemeClr val="dk1"/>
                </a:solidFill>
              </a:rPr>
              <a:t>. We aren't just selling a test; we are offering a </a:t>
            </a:r>
            <a:r>
              <a:rPr lang="en" sz="1500" b="1">
                <a:solidFill>
                  <a:schemeClr val="dk1"/>
                </a:solidFill>
              </a:rPr>
              <a:t>personalized treatment roadmap for $200</a:t>
            </a:r>
            <a:r>
              <a:rPr lang="en" sz="1500">
                <a:solidFill>
                  <a:schemeClr val="dk1"/>
                </a:solidFill>
              </a:rPr>
              <a:t>. </a:t>
            </a:r>
            <a:endParaRPr sz="1500">
              <a:solidFill>
                <a:schemeClr val="dk1"/>
              </a:solidFill>
            </a:endParaRPr>
          </a:p>
          <a:p>
            <a:pPr marL="0" lvl="0" indent="0" algn="l" rtl="0">
              <a:spcBef>
                <a:spcPts val="0"/>
              </a:spcBef>
              <a:spcAft>
                <a:spcPts val="0"/>
              </a:spcAft>
              <a:buNone/>
            </a:pP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Our CLIA-certified laboratory developed test analyzes specific genetic markers related to drug metabolism, pain sensitivity, and endometriosis risk. </a:t>
            </a:r>
            <a:endParaRPr sz="1500">
              <a:solidFill>
                <a:schemeClr val="dk1"/>
              </a:solidFill>
            </a:endParaRPr>
          </a:p>
          <a:p>
            <a:pPr marL="457200" lvl="0" indent="0" algn="l" rtl="0">
              <a:spcBef>
                <a:spcPts val="0"/>
              </a:spcBef>
              <a:spcAft>
                <a:spcPts val="0"/>
              </a:spcAft>
              <a:buNone/>
            </a:pP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This empowers clinicians to stop guessing and start treating. </a:t>
            </a:r>
            <a:r>
              <a:rPr lang="en" sz="1500" b="1">
                <a:solidFill>
                  <a:schemeClr val="dk1"/>
                </a:solidFill>
              </a:rPr>
              <a:t>Why is this important?</a:t>
            </a:r>
            <a:r>
              <a:rPr lang="en" sz="1500">
                <a:solidFill>
                  <a:schemeClr val="dk1"/>
                </a:solidFill>
              </a:rPr>
              <a:t> Because pain isn’t one-size-fits-all — but treatment often is. </a:t>
            </a:r>
            <a:endParaRPr sz="1500">
              <a:solidFill>
                <a:schemeClr val="dk1"/>
              </a:solidFill>
            </a:endParaRPr>
          </a:p>
          <a:p>
            <a:pPr marL="457200" lvl="0" indent="-323850" algn="l" rtl="0">
              <a:spcBef>
                <a:spcPts val="0"/>
              </a:spcBef>
              <a:spcAft>
                <a:spcPts val="0"/>
              </a:spcAft>
              <a:buClr>
                <a:schemeClr val="dk1"/>
              </a:buClr>
              <a:buSzPts val="1500"/>
              <a:buChar char="-"/>
            </a:pPr>
            <a:r>
              <a:rPr lang="en" sz="1500" b="1">
                <a:solidFill>
                  <a:schemeClr val="dk1"/>
                </a:solidFill>
              </a:rPr>
              <a:t>WHEN</a:t>
            </a:r>
            <a:r>
              <a:rPr lang="en" sz="1500">
                <a:solidFill>
                  <a:schemeClr val="dk1"/>
                </a:solidFill>
              </a:rPr>
              <a:t> underlying pain biology isn’t considered, patients may depend on repeated NSAID use, increasing their risk of kidney and liver disease. We provide a precision pain profile that helps prevent that avoidable harm.</a:t>
            </a:r>
            <a:endParaRPr sz="15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ccbd199cf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ccbd199cf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This is Jackie. Her menstrual cycle started this morning, and with it came some painful menstrual cramps. Thankfully, she is able to alleviate her cramps by taking 1 ibuprofen every 6 hours as needed for the first day of her cycle. Then she is all smiles and good to go!</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 sz="1800"/>
              <a:t>15s</a:t>
            </a:r>
            <a:endParaRPr sz="18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d05c013817_3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3d05c013817_3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This is Maya. Just like Jackie, Maya’s menstrual cycle began this morning and brought along some bad menstrual cramps. </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Unlike Jackie, 1 ibuprofen does nothing for Maya. Maya has to take 4 capsules every 6 hours to feel pain relief, and she experiences cramps up until the 4th day of her cycle–so she has to adhere to that strict medication regimen for 4 consecutive days.</a:t>
            </a:r>
            <a:endParaRPr sz="1600"/>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26s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d05c013817_3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d05c013817_3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When you break down the math accounting for jackie’s medication needs, over the course of her life she will have taken 1,680 ibuprofen pills due to menstrual pain. Not that bad, right?</a:t>
            </a:r>
            <a:endParaRPr sz="1800"/>
          </a:p>
          <a:p>
            <a:pPr marL="0" lvl="0" indent="0" algn="l" rtl="0">
              <a:spcBef>
                <a:spcPts val="0"/>
              </a:spcBef>
              <a:spcAft>
                <a:spcPts val="0"/>
              </a:spcAft>
              <a:buNone/>
            </a:pPr>
            <a:endParaRPr/>
          </a:p>
          <a:p>
            <a:pPr marL="0" lvl="0" indent="0" algn="l" rtl="0">
              <a:spcBef>
                <a:spcPts val="0"/>
              </a:spcBef>
              <a:spcAft>
                <a:spcPts val="0"/>
              </a:spcAft>
              <a:buNone/>
            </a:pPr>
            <a:r>
              <a:rPr lang="en"/>
              <a:t>10s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d0f41138c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3d0f41138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1800"/>
              <a:t>When you break down the math accounting for maya’s medication needs, she will end up taking over 26k ibuprofen for menstrual pain within her lifetime. </a:t>
            </a:r>
            <a:endParaRPr sz="1800"/>
          </a:p>
          <a:p>
            <a:pPr marL="457200" lvl="0" indent="0" algn="l" rtl="0">
              <a:spcBef>
                <a:spcPts val="0"/>
              </a:spcBef>
              <a:spcAft>
                <a:spcPts val="0"/>
              </a:spcAft>
              <a:buNone/>
            </a:pPr>
            <a:endParaRPr sz="1800"/>
          </a:p>
          <a:p>
            <a:pPr marL="457200" lvl="0" indent="-342900" algn="l" rtl="0">
              <a:spcBef>
                <a:spcPts val="0"/>
              </a:spcBef>
              <a:spcAft>
                <a:spcPts val="0"/>
              </a:spcAft>
              <a:buSzPts val="1800"/>
              <a:buChar char="-"/>
            </a:pPr>
            <a:r>
              <a:rPr lang="en" sz="1800"/>
              <a:t>If Maya carries genetic variants that impair NSAID metabolism, this level of use could put her at significant risk without her even realizing it—highlighting the need for early, personalized insight.</a:t>
            </a:r>
            <a:endParaRPr sz="1800"/>
          </a:p>
          <a:p>
            <a:pPr marL="457200" lvl="0" indent="0" algn="l" rtl="0">
              <a:spcBef>
                <a:spcPts val="0"/>
              </a:spcBef>
              <a:spcAft>
                <a:spcPts val="0"/>
              </a:spcAft>
              <a:buNone/>
            </a:pPr>
            <a:endParaRPr sz="1800"/>
          </a:p>
          <a:p>
            <a:pPr marL="457200" lvl="0" indent="-342900" algn="l" rtl="0">
              <a:spcBef>
                <a:spcPts val="0"/>
              </a:spcBef>
              <a:spcAft>
                <a:spcPts val="0"/>
              </a:spcAft>
              <a:buSzPts val="1800"/>
              <a:buChar char="-"/>
            </a:pPr>
            <a:r>
              <a:rPr lang="en" sz="1800"/>
              <a:t>Its because of discrepancies in treatment needs such as these between jackie and maya, that CycleSIGHT is so important. </a:t>
            </a:r>
            <a:endParaRPr sz="1800"/>
          </a:p>
          <a:p>
            <a:pPr marL="0" lvl="0" indent="0" algn="l" rtl="0">
              <a:spcBef>
                <a:spcPts val="0"/>
              </a:spcBef>
              <a:spcAft>
                <a:spcPts val="0"/>
              </a:spcAft>
              <a:buNone/>
            </a:pPr>
            <a:endParaRPr sz="1400"/>
          </a:p>
          <a:p>
            <a:pPr marL="0" lvl="0" indent="0" algn="l" rtl="0">
              <a:spcBef>
                <a:spcPts val="0"/>
              </a:spcBef>
              <a:spcAft>
                <a:spcPts val="0"/>
              </a:spcAft>
              <a:buNone/>
            </a:pPr>
            <a:r>
              <a:rPr lang="en" sz="1400"/>
              <a:t>26</a:t>
            </a:r>
            <a:endParaRPr sz="1400"/>
          </a:p>
          <a:p>
            <a:pPr marL="0" lvl="0" indent="0" algn="l" rtl="0">
              <a:spcBef>
                <a:spcPts val="0"/>
              </a:spcBef>
              <a:spcAft>
                <a:spcPts val="0"/>
              </a:spcAft>
              <a:buNone/>
            </a:pP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c70dcd1968_0_4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3c70dcd1968_0_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None/>
            </a:pPr>
            <a:r>
              <a:rPr lang="en" sz="2100"/>
              <a:t>And we are happy to help. Why is our team special? Because we are passionate individuals combining clinical and bioinformatic expertise.</a:t>
            </a:r>
            <a:endParaRPr sz="2100"/>
          </a:p>
          <a:p>
            <a:pPr marL="457200" lvl="0" indent="-317500" algn="l" rtl="0">
              <a:spcBef>
                <a:spcPts val="0"/>
              </a:spcBef>
              <a:spcAft>
                <a:spcPts val="0"/>
              </a:spcAft>
              <a:buSzPts val="1400"/>
              <a:buChar char="-"/>
            </a:pPr>
            <a:r>
              <a:rPr lang="en" sz="1400"/>
              <a:t>Maybe i go first, then farruh, then yana</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c70dcd1968_0_6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c70dcd1968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Should take 30 seconds to go through –28s</a:t>
            </a:r>
            <a:endParaRPr sz="1800">
              <a:solidFill>
                <a:schemeClr val="lt1"/>
              </a:solidFill>
              <a:latin typeface="Nunito Sans"/>
              <a:ea typeface="Nunito Sans"/>
              <a:cs typeface="Nunito Sans"/>
              <a:sym typeface="Nunito Sans"/>
            </a:endParaRPr>
          </a:p>
          <a:p>
            <a:pPr marL="0" lvl="0" indent="0" algn="l" rtl="0">
              <a:spcBef>
                <a:spcPts val="0"/>
              </a:spcBef>
              <a:spcAft>
                <a:spcPts val="0"/>
              </a:spcAft>
              <a:buNone/>
            </a:pPr>
            <a:endParaRPr sz="1700"/>
          </a:p>
          <a:p>
            <a:pPr marL="0" lvl="0" indent="0" algn="l" rtl="0">
              <a:lnSpc>
                <a:spcPct val="115000"/>
              </a:lnSpc>
              <a:spcBef>
                <a:spcPts val="0"/>
              </a:spcBef>
              <a:spcAft>
                <a:spcPts val="0"/>
              </a:spcAft>
              <a:buNone/>
            </a:pPr>
            <a:r>
              <a:rPr lang="en" sz="1800">
                <a:solidFill>
                  <a:schemeClr val="dk1"/>
                </a:solidFill>
                <a:latin typeface="Nunito Sans"/>
                <a:ea typeface="Nunito Sans"/>
                <a:cs typeface="Nunito Sans"/>
                <a:sym typeface="Nunito Sans"/>
              </a:rPr>
              <a:t>Patient comes to clinic or PCP with menstrual pain symptoms</a:t>
            </a:r>
            <a:endParaRPr sz="180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800">
                <a:solidFill>
                  <a:schemeClr val="dk1"/>
                </a:solidFill>
                <a:latin typeface="Nunito Sans"/>
                <a:ea typeface="Nunito Sans"/>
                <a:cs typeface="Nunito Sans"/>
                <a:sym typeface="Nunito Sans"/>
              </a:rPr>
              <a:t>Clinician orders CycleSIGHT test</a:t>
            </a:r>
            <a:endParaRPr sz="180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800">
                <a:solidFill>
                  <a:schemeClr val="dk1"/>
                </a:solidFill>
                <a:latin typeface="Nunito Sans"/>
                <a:ea typeface="Nunito Sans"/>
                <a:cs typeface="Nunito Sans"/>
                <a:sym typeface="Nunito Sans"/>
              </a:rPr>
              <a:t>Patient provides a saliva sample</a:t>
            </a:r>
            <a:endParaRPr sz="180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700">
                <a:solidFill>
                  <a:schemeClr val="dk1"/>
                </a:solidFill>
                <a:latin typeface="Nunito Sans"/>
                <a:ea typeface="Nunito Sans"/>
                <a:cs typeface="Nunito Sans"/>
                <a:sym typeface="Nunito Sans"/>
              </a:rPr>
              <a:t>The patient's saliva sample is analyzed at our CLIA-certified lab using </a:t>
            </a:r>
            <a:r>
              <a:rPr lang="en" sz="1700" b="1">
                <a:solidFill>
                  <a:schemeClr val="dk1"/>
                </a:solidFill>
                <a:latin typeface="Nunito Sans"/>
                <a:ea typeface="Nunito Sans"/>
                <a:cs typeface="Nunito Sans"/>
                <a:sym typeface="Nunito Sans"/>
              </a:rPr>
              <a:t>qPCR TaqMan assay technology &amp; a report is generated and sent to the clinician</a:t>
            </a:r>
            <a:endParaRPr sz="1700" b="1">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Clr>
                <a:schemeClr val="dk1"/>
              </a:buClr>
              <a:buSzPts val="1100"/>
              <a:buFont typeface="Arial"/>
              <a:buNone/>
            </a:pPr>
            <a:r>
              <a:rPr lang="en" sz="1700" b="1">
                <a:solidFill>
                  <a:schemeClr val="dk1"/>
                </a:solidFill>
                <a:latin typeface="Nunito Sans"/>
                <a:ea typeface="Nunito Sans"/>
                <a:cs typeface="Nunito Sans"/>
                <a:sym typeface="Nunito Sans"/>
              </a:rPr>
              <a:t>Clinician uses the report to guide treatment</a:t>
            </a:r>
            <a:endParaRPr sz="1700" b="1">
              <a:solidFill>
                <a:schemeClr val="dk1"/>
              </a:solidFill>
              <a:latin typeface="Nunito Sans"/>
              <a:ea typeface="Nunito Sans"/>
              <a:cs typeface="Nunito Sans"/>
              <a:sym typeface="Nunito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d0abbcfe5a_2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3d0abbcfe5a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sz="1600">
                <a:solidFill>
                  <a:schemeClr val="dk1"/>
                </a:solidFill>
              </a:rPr>
              <a:t>These are the single nucleotide polymorphisms or SNPs the CycleSIGHT test looks for. SNPs are basically mutations that can be good, neutral, or bad; but these are bad.</a:t>
            </a:r>
            <a:endParaRPr sz="1600">
              <a:solidFill>
                <a:schemeClr val="dk1"/>
              </a:solidFill>
            </a:endParaRPr>
          </a:p>
          <a:p>
            <a:pPr marL="457200" lvl="0" indent="0" algn="l" rtl="0">
              <a:lnSpc>
                <a:spcPct val="115000"/>
              </a:lnSpc>
              <a:spcBef>
                <a:spcPts val="0"/>
              </a:spcBef>
              <a:spcAft>
                <a:spcPts val="0"/>
              </a:spcAft>
              <a:buNone/>
            </a:pPr>
            <a:endParaRPr sz="1600">
              <a:solidFill>
                <a:schemeClr val="dk1"/>
              </a:solidFill>
            </a:endParaRPr>
          </a:p>
          <a:p>
            <a:pPr marL="457200" lvl="0" indent="-342900" algn="l" rtl="0">
              <a:lnSpc>
                <a:spcPct val="115000"/>
              </a:lnSpc>
              <a:spcBef>
                <a:spcPts val="0"/>
              </a:spcBef>
              <a:spcAft>
                <a:spcPts val="0"/>
              </a:spcAft>
              <a:buSzPts val="1800"/>
              <a:buChar char="-"/>
            </a:pPr>
            <a:r>
              <a:rPr lang="en" sz="1600">
                <a:solidFill>
                  <a:schemeClr val="dk1"/>
                </a:solidFill>
              </a:rPr>
              <a:t>Our test covers SNPs associated with pain sensitivity, drug metabolism, and endometriosis risk.</a:t>
            </a:r>
            <a:endParaRPr sz="1600">
              <a:solidFill>
                <a:schemeClr val="dk1"/>
              </a:solidFill>
            </a:endParaRPr>
          </a:p>
          <a:p>
            <a:pPr marL="457200" lvl="0" indent="0" algn="l" rtl="0">
              <a:lnSpc>
                <a:spcPct val="115000"/>
              </a:lnSpc>
              <a:spcBef>
                <a:spcPts val="0"/>
              </a:spcBef>
              <a:spcAft>
                <a:spcPts val="0"/>
              </a:spcAft>
              <a:buNone/>
            </a:pPr>
            <a:endParaRPr sz="1600">
              <a:solidFill>
                <a:schemeClr val="dk1"/>
              </a:solidFill>
            </a:endParaRPr>
          </a:p>
          <a:p>
            <a:pPr marL="457200" lvl="0" indent="-342900" algn="l" rtl="0">
              <a:lnSpc>
                <a:spcPct val="115000"/>
              </a:lnSpc>
              <a:spcBef>
                <a:spcPts val="0"/>
              </a:spcBef>
              <a:spcAft>
                <a:spcPts val="0"/>
              </a:spcAft>
              <a:buSzPts val="1800"/>
              <a:buChar char="-"/>
            </a:pPr>
            <a:r>
              <a:rPr lang="en" sz="1600">
                <a:solidFill>
                  <a:schemeClr val="dk1"/>
                </a:solidFill>
              </a:rPr>
              <a:t>The resulting report states what SNPs the patient has along with its associations, so the clinician can make an interpretation, such as “this patient cannot break down NSAIDs, so we should use low or no dosage”</a:t>
            </a:r>
            <a:endParaRPr sz="1600">
              <a:solidFill>
                <a:schemeClr val="dk1"/>
              </a:solidFill>
            </a:endParaRPr>
          </a:p>
          <a:p>
            <a:pPr marL="0" lvl="0" indent="0" algn="l" rtl="0">
              <a:spcBef>
                <a:spcPts val="0"/>
              </a:spcBef>
              <a:spcAft>
                <a:spcPts val="0"/>
              </a:spcAft>
              <a:buNone/>
            </a:pPr>
            <a:endParaRPr sz="1800"/>
          </a:p>
          <a:p>
            <a:pPr marL="0" lvl="0" indent="0" algn="l" rtl="0">
              <a:lnSpc>
                <a:spcPct val="115000"/>
              </a:lnSpc>
              <a:spcBef>
                <a:spcPts val="0"/>
              </a:spcBef>
              <a:spcAft>
                <a:spcPts val="0"/>
              </a:spcAft>
              <a:buClr>
                <a:schemeClr val="dk1"/>
              </a:buClr>
              <a:buSzPts val="1100"/>
              <a:buFont typeface="Arial"/>
              <a:buNone/>
            </a:pPr>
            <a:endParaRPr sz="1554" b="1">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8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d9aca5c99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3d9aca5c99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700" b="1">
              <a:solidFill>
                <a:schemeClr val="dk1"/>
              </a:solidFill>
              <a:latin typeface="Nunito Sans"/>
              <a:ea typeface="Nunito Sans"/>
              <a:cs typeface="Nunito Sans"/>
              <a:sym typeface="Nunito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d041dfc458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d041dfc45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600" b="1">
                <a:solidFill>
                  <a:schemeClr val="dk1"/>
                </a:solidFill>
              </a:rPr>
              <a:t>during our customer discovery, we found that people are most concerned with the current solutions to managing menstrual symptoms, the effects of nsaid overuse, and cost. for the questions we asked regarding these topics, the majority OR everyone said yes. another top priority of our target market is data privacy. we found that people would either want their data kept only for their personal access and/or anonymized for research, or have their data deleted after they’ve received their results. </a:t>
            </a:r>
            <a:endParaRPr sz="1600" b="1">
              <a:solidFill>
                <a:schemeClr val="dk1"/>
              </a:solidFill>
            </a:endParaRPr>
          </a:p>
          <a:p>
            <a:pPr marL="0" lvl="0" indent="0" algn="l" rtl="0">
              <a:spcBef>
                <a:spcPts val="0"/>
              </a:spcBef>
              <a:spcAft>
                <a:spcPts val="0"/>
              </a:spcAft>
              <a:buNone/>
            </a:pPr>
            <a:endParaRP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c70dcd1968_0_10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3c70dcd1968_0_10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600"/>
              <a:t>There are approximately 2.46 billion potential customers worldwide, based on the assumption that roughly 60% of the global female population falls between the ages of 12 and 55. This represents our Total Addressable Market (TAM), equivalent to about $492 billion at our current test price.</a:t>
            </a:r>
            <a:endParaRPr sz="1600"/>
          </a:p>
          <a:p>
            <a:pPr marL="0" lvl="0" indent="0" algn="l" rtl="0">
              <a:lnSpc>
                <a:spcPct val="115000"/>
              </a:lnSpc>
              <a:spcBef>
                <a:spcPts val="1200"/>
              </a:spcBef>
              <a:spcAft>
                <a:spcPts val="0"/>
              </a:spcAft>
              <a:buNone/>
            </a:pPr>
            <a:r>
              <a:rPr lang="en" sz="1600"/>
              <a:t>Focusing on the United States, our Serviceable Available Market (SAM) is approximately $21 billion.</a:t>
            </a:r>
            <a:endParaRPr sz="1600"/>
          </a:p>
          <a:p>
            <a:pPr marL="0" lvl="0" indent="0" algn="l" rtl="0">
              <a:lnSpc>
                <a:spcPct val="115000"/>
              </a:lnSpc>
              <a:spcBef>
                <a:spcPts val="1200"/>
              </a:spcBef>
              <a:spcAft>
                <a:spcPts val="0"/>
              </a:spcAft>
              <a:buClr>
                <a:schemeClr val="dk1"/>
              </a:buClr>
              <a:buSzPts val="1100"/>
              <a:buFont typeface="Arial"/>
              <a:buNone/>
            </a:pPr>
            <a:r>
              <a:rPr lang="en" sz="1600"/>
              <a:t>Even with a highly conservative estimate, if we were to serve just 0.25% of females in the U.S. within our target age range, this would translate to approximately 257,000 customers annually. At our current pricing, that represents roughly $51 million in annual revenue.</a:t>
            </a:r>
            <a:endParaRPr sz="1600"/>
          </a:p>
          <a:p>
            <a:pPr marL="0" lvl="0" indent="0" algn="l" rtl="0">
              <a:spcBef>
                <a:spcPts val="1200"/>
              </a:spcBef>
              <a:spcAft>
                <a:spcPts val="0"/>
              </a:spcAft>
              <a:buNone/>
            </a:pP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d0a17f4ba4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d0a17f4ba4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MENTION THESE R OUR COMPETITORS</a:t>
            </a:r>
            <a:endParaRPr sz="1700"/>
          </a:p>
          <a:p>
            <a:pPr marL="0" lvl="0" indent="0" algn="l" rtl="0">
              <a:spcBef>
                <a:spcPts val="0"/>
              </a:spcBef>
              <a:spcAft>
                <a:spcPts val="0"/>
              </a:spcAft>
              <a:buNone/>
            </a:pPr>
            <a:endParaRPr sz="1700"/>
          </a:p>
          <a:p>
            <a:pPr marL="0" lvl="0" indent="0" algn="l" rtl="0">
              <a:spcBef>
                <a:spcPts val="0"/>
              </a:spcBef>
              <a:spcAft>
                <a:spcPts val="0"/>
              </a:spcAft>
              <a:buNone/>
            </a:pPr>
            <a:r>
              <a:rPr lang="en" sz="1700"/>
              <a:t>CycleSIGHT is a blend of the markets that includes Clinical Genetic Testing Labs, Pharmacogenomic Testing, Women’s Health Diagnostics, Consumer Genomics, and Genomic Platforms.</a:t>
            </a:r>
            <a:endParaRPr sz="1700"/>
          </a:p>
          <a:p>
            <a:pPr marL="0" lvl="0" indent="0" algn="l" rtl="0">
              <a:spcBef>
                <a:spcPts val="0"/>
              </a:spcBef>
              <a:spcAft>
                <a:spcPts val="0"/>
              </a:spcAft>
              <a:buNone/>
            </a:pPr>
            <a:r>
              <a:rPr lang="en" sz="1700"/>
              <a:t>To get a better understanding of what we do, let us zoom in on one of the petals, specifically the Clinical Genetic Testing Labs.</a:t>
            </a:r>
            <a:endParaRPr sz="1700"/>
          </a:p>
          <a:p>
            <a:pPr marL="0" lvl="0" indent="0" algn="l" rtl="0">
              <a:spcBef>
                <a:spcPts val="0"/>
              </a:spcBef>
              <a:spcAft>
                <a:spcPts val="0"/>
              </a:spcAft>
              <a:buNone/>
            </a:pPr>
            <a:r>
              <a:rPr lang="en" sz="1700"/>
              <a:t>Myriad genetics offers testing to determine cancer risk, mental health, and reproductive health.</a:t>
            </a:r>
            <a:endParaRPr sz="1700"/>
          </a:p>
          <a:p>
            <a:pPr marL="0" lvl="0" indent="0" algn="l" rtl="0">
              <a:spcBef>
                <a:spcPts val="0"/>
              </a:spcBef>
              <a:spcAft>
                <a:spcPts val="0"/>
              </a:spcAft>
              <a:buNone/>
            </a:pPr>
            <a:r>
              <a:rPr lang="en" sz="1700"/>
              <a:t>They, for example, offer a test </a:t>
            </a:r>
            <a:r>
              <a:rPr lang="en" sz="1800">
                <a:solidFill>
                  <a:srgbClr val="3F4547"/>
                </a:solidFill>
                <a:highlight>
                  <a:schemeClr val="lt1"/>
                </a:highlight>
              </a:rPr>
              <a:t>that analyzes for mutations in </a:t>
            </a:r>
            <a:r>
              <a:rPr lang="en" sz="1800" i="1">
                <a:solidFill>
                  <a:srgbClr val="3F4547"/>
                </a:solidFill>
                <a:highlight>
                  <a:schemeClr val="lt1"/>
                </a:highlight>
              </a:rPr>
              <a:t>BRCA1</a:t>
            </a:r>
            <a:r>
              <a:rPr lang="en" sz="1800">
                <a:solidFill>
                  <a:srgbClr val="3F4547"/>
                </a:solidFill>
                <a:highlight>
                  <a:schemeClr val="lt1"/>
                </a:highlight>
              </a:rPr>
              <a:t> that are associated with hereditary breast and ovarian cancer syndrome.</a:t>
            </a:r>
            <a:endParaRPr sz="1700"/>
          </a:p>
          <a:p>
            <a:pPr marL="0" lvl="0" indent="0" algn="l" rtl="0">
              <a:spcBef>
                <a:spcPts val="0"/>
              </a:spcBef>
              <a:spcAft>
                <a:spcPts val="0"/>
              </a:spcAft>
              <a:buNone/>
            </a:pPr>
            <a:r>
              <a:rPr lang="en" sz="1700"/>
              <a:t>While we, on the other hand, look for markers that tell us how the customer(s) react to pain medications and screen for endometriosis risk.</a:t>
            </a:r>
            <a:endParaRPr sz="1700"/>
          </a:p>
          <a:p>
            <a:pPr marL="0" lvl="0" indent="0" algn="l" rtl="0">
              <a:spcBef>
                <a:spcPts val="0"/>
              </a:spcBef>
              <a:spcAft>
                <a:spcPts val="0"/>
              </a:spcAft>
              <a:buNone/>
            </a:pP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d9aca5c992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3d9aca5c992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600">
                <a:solidFill>
                  <a:schemeClr val="dk1"/>
                </a:solidFill>
              </a:rPr>
              <a:t>This is our ecosystem, which highlights CycleSight’s primary revenue streams: HMOs, clinicians, and licensed laboratories.</a:t>
            </a:r>
            <a:endParaRPr sz="16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rPr>
              <a:t>Here’s how the process works:</a:t>
            </a:r>
            <a:endParaRPr sz="16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rPr>
              <a:t>An individual experiencing menstrual pain consults their clinician. From there, two pathways are possible. In the first case, the clinician is already partnered with CycleSight and directly orders our test. In the second case, the patient inquires about CycleSight and requests that their clinician order the test on their behalf.</a:t>
            </a:r>
            <a:endParaRPr sz="16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rPr>
              <a:t>Once the test is ordered, a swab sample is collected and sent to CycleSight for analysis. After processing, the results are returned to the clinician, who provides a professional interpretation and discusses next steps with the patient.</a:t>
            </a:r>
            <a:endParaRPr sz="16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rPr>
              <a:t>Currently, our primary source of revenue comes from clinician-ordered tests. </a:t>
            </a:r>
            <a:endParaRPr sz="1600">
              <a:solidFill>
                <a:schemeClr val="dk1"/>
              </a:solidFill>
            </a:endParaRPr>
          </a:p>
          <a:p>
            <a:pPr marL="381000" marR="381000" lvl="0" indent="0" algn="l" rtl="0">
              <a:lnSpc>
                <a:spcPct val="115000"/>
              </a:lnSpc>
              <a:spcBef>
                <a:spcPts val="1200"/>
              </a:spcBef>
              <a:spcAft>
                <a:spcPts val="0"/>
              </a:spcAft>
              <a:buClr>
                <a:schemeClr val="dk1"/>
              </a:buClr>
              <a:buSzPts val="1100"/>
              <a:buFont typeface="Arial"/>
              <a:buNone/>
            </a:pPr>
            <a:r>
              <a:rPr lang="en" sz="1600">
                <a:solidFill>
                  <a:schemeClr val="dk1"/>
                </a:solidFill>
              </a:rPr>
              <a:t>“In addition, as we scale, we anticipate incorporating insurance reimbursement models, where payers cover part or all of the test cost, reducing out-of-pocket expenses for patients while maintaining clinician-directed ordering.”</a:t>
            </a:r>
            <a:endParaRPr sz="16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600">
                <a:solidFill>
                  <a:schemeClr val="dk1"/>
                </a:solidFill>
              </a:rPr>
              <a:t>However, as we scale, we anticipate shifting toward a more asset-light model, where licensing our testing panel and protocols to external laboratories becomes the dominant revenue stream. In this model, partner labs perform the tests independently while paying royalties to CycleSight.</a:t>
            </a:r>
            <a:endParaRPr sz="1600">
              <a:solidFill>
                <a:schemeClr val="dk1"/>
              </a:solidFill>
            </a:endParaRPr>
          </a:p>
          <a:p>
            <a:pPr marL="0" lvl="0" indent="0" algn="l" rtl="0">
              <a:lnSpc>
                <a:spcPct val="115000"/>
              </a:lnSpc>
              <a:spcBef>
                <a:spcPts val="1200"/>
              </a:spcBef>
              <a:spcAft>
                <a:spcPts val="1200"/>
              </a:spcAft>
              <a:buNone/>
            </a:pPr>
            <a:r>
              <a:rPr lang="en" sz="1600">
                <a:solidFill>
                  <a:schemeClr val="dk1"/>
                </a:solidFill>
              </a:rPr>
              <a:t>We also partner with HMOs through contractual agreements that guarantee a set volume of tests, which they offer directly to their members.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c70dcd1968_0_9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3c70dcd1968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700"/>
              <a:t>In the first three months, we will focus on formalizing the company structure, including hiring key personnel and initiating early outreach efforts.</a:t>
            </a:r>
            <a:endParaRPr sz="1700"/>
          </a:p>
          <a:p>
            <a:pPr marL="0" lvl="0" indent="0" algn="l" rtl="0">
              <a:lnSpc>
                <a:spcPct val="115000"/>
              </a:lnSpc>
              <a:spcBef>
                <a:spcPts val="1200"/>
              </a:spcBef>
              <a:spcAft>
                <a:spcPts val="0"/>
              </a:spcAft>
              <a:buClr>
                <a:schemeClr val="dk1"/>
              </a:buClr>
              <a:buSzPts val="1100"/>
              <a:buFont typeface="Arial"/>
              <a:buNone/>
            </a:pPr>
            <a:r>
              <a:rPr lang="en" sz="1700"/>
              <a:t>Between months four and eight, we will prioritize R&amp;D—developing the testing panel, validating its performance, and beginning the process of securing patent protection or other forms of intellectual property.</a:t>
            </a:r>
            <a:endParaRPr sz="1700"/>
          </a:p>
          <a:p>
            <a:pPr marL="0" lvl="0" indent="0" algn="l" rtl="0">
              <a:lnSpc>
                <a:spcPct val="115000"/>
              </a:lnSpc>
              <a:spcBef>
                <a:spcPts val="1200"/>
              </a:spcBef>
              <a:spcAft>
                <a:spcPts val="0"/>
              </a:spcAft>
              <a:buClr>
                <a:schemeClr val="dk1"/>
              </a:buClr>
              <a:buSzPts val="1100"/>
              <a:buFont typeface="Arial"/>
              <a:buNone/>
            </a:pPr>
            <a:r>
              <a:rPr lang="en" sz="1700"/>
              <a:t>From months six to twelve, we will finalize operational workflows, secure a dedicated facility, expand our team, and obtain CLIA certification.</a:t>
            </a:r>
            <a:endParaRPr sz="1700"/>
          </a:p>
          <a:p>
            <a:pPr marL="0" lvl="0" indent="0" algn="l" rtl="0">
              <a:lnSpc>
                <a:spcPct val="115000"/>
              </a:lnSpc>
              <a:spcBef>
                <a:spcPts val="1200"/>
              </a:spcBef>
              <a:spcAft>
                <a:spcPts val="0"/>
              </a:spcAft>
              <a:buClr>
                <a:schemeClr val="dk1"/>
              </a:buClr>
              <a:buSzPts val="1100"/>
              <a:buFont typeface="Arial"/>
              <a:buNone/>
            </a:pPr>
            <a:r>
              <a:rPr lang="en" sz="1700"/>
              <a:t>By the one-year mark, we aim to refine and optimize our workflow for efficiency while increasing outreach and building broader visibility for the company.</a:t>
            </a:r>
            <a:endParaRPr sz="1700"/>
          </a:p>
          <a:p>
            <a:pPr marL="0" lvl="0" indent="0" algn="l" rtl="0">
              <a:lnSpc>
                <a:spcPct val="115000"/>
              </a:lnSpc>
              <a:spcBef>
                <a:spcPts val="1200"/>
              </a:spcBef>
              <a:spcAft>
                <a:spcPts val="0"/>
              </a:spcAft>
              <a:buClr>
                <a:schemeClr val="dk1"/>
              </a:buClr>
              <a:buSzPts val="1100"/>
              <a:buFont typeface="Arial"/>
              <a:buNone/>
            </a:pPr>
            <a:r>
              <a:rPr lang="en" sz="1700"/>
              <a:t>Over the next two to five years, our focus will shift to scaling—expanding partnerships with laboratories and clinicians, building infrastructure where needed, and working toward capturing 1% of our SAM.</a:t>
            </a:r>
            <a:endParaRPr sz="1700"/>
          </a:p>
          <a:p>
            <a:pPr marL="0" lvl="0" indent="0" algn="l" rtl="0">
              <a:spcBef>
                <a:spcPts val="1200"/>
              </a:spcBef>
              <a:spcAft>
                <a:spcPts val="0"/>
              </a:spcAft>
              <a:buNone/>
            </a:pPr>
            <a:endParaRPr sz="17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d0a17f4ba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3d0a17f4ba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4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c70dcd1968_0_9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3c70dcd1968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blank">
  <p:cSld name="BLANK">
    <p:bg>
      <p:bgPr>
        <a:solidFill>
          <a:schemeClr val="lt1"/>
        </a:solid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t="53791" r="49303"/>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avLst/>
            <a:gdLst/>
            <a:ahLst/>
            <a:cxnLst/>
            <a:rect l="l" t="t" r="r" b="b"/>
            <a:pathLst>
              <a:path w="33488" h="19489" extrusionOk="0">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l="18884" b="67899"/>
          <a:stretch/>
        </p:blipFill>
        <p:spPr>
          <a:xfrm>
            <a:off x="0" y="2451450"/>
            <a:ext cx="6802801" cy="2692049"/>
          </a:xfrm>
          <a:prstGeom prst="rect">
            <a:avLst/>
          </a:prstGeom>
          <a:noFill/>
          <a:ln>
            <a:noFill/>
          </a:ln>
        </p:spPr>
      </p:pic>
      <p:sp>
        <p:nvSpPr>
          <p:cNvPr id="13" name="Google Shape;13;p2"/>
          <p:cNvSpPr txBox="1">
            <a:spLocks noGrp="1"/>
          </p:cNvSpPr>
          <p:nvPr>
            <p:ph type="title"/>
          </p:nvPr>
        </p:nvSpPr>
        <p:spPr>
          <a:xfrm>
            <a:off x="1230200" y="1565531"/>
            <a:ext cx="6683700" cy="17265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a:endParaRPr/>
          </a:p>
        </p:txBody>
      </p:sp>
      <p:sp>
        <p:nvSpPr>
          <p:cNvPr id="14" name="Google Shape;14;p2"/>
          <p:cNvSpPr txBox="1">
            <a:spLocks noGrp="1"/>
          </p:cNvSpPr>
          <p:nvPr>
            <p:ph type="subTitle" idx="1"/>
          </p:nvPr>
        </p:nvSpPr>
        <p:spPr>
          <a:xfrm>
            <a:off x="2423700" y="1121975"/>
            <a:ext cx="4346700" cy="452700"/>
          </a:xfrm>
          <a:prstGeom prst="rect">
            <a:avLst/>
          </a:prstGeom>
        </p:spPr>
        <p:txBody>
          <a:bodyPr spcFirstLastPara="1" wrap="square" lIns="91425" tIns="91425" rIns="91425" bIns="91425" anchor="b" anchorCtr="0">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5" name="Google Shape;15;p2"/>
          <p:cNvSpPr/>
          <p:nvPr/>
        </p:nvSpPr>
        <p:spPr>
          <a:xfrm>
            <a:off x="4453700" y="0"/>
            <a:ext cx="4698208" cy="5143488"/>
          </a:xfrm>
          <a:custGeom>
            <a:avLst/>
            <a:gdLst/>
            <a:ahLst/>
            <a:cxnLst/>
            <a:rect l="l" t="t" r="r" b="b"/>
            <a:pathLst>
              <a:path w="146819" h="160734" extrusionOk="0">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l="55739"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 Alt 2">
  <p:cSld name="CUSTOM">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l="535" t="71891" r="33362"/>
          <a:stretch/>
        </p:blipFill>
        <p:spPr>
          <a:xfrm>
            <a:off x="5624200" y="3"/>
            <a:ext cx="3519800" cy="1496699"/>
          </a:xfrm>
          <a:prstGeom prst="rect">
            <a:avLst/>
          </a:prstGeom>
          <a:noFill/>
          <a:ln>
            <a:noFill/>
          </a:ln>
        </p:spPr>
      </p:pic>
      <p:sp>
        <p:nvSpPr>
          <p:cNvPr id="20" name="Google Shape;20;p3"/>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a:endParaRPr/>
          </a:p>
        </p:txBody>
      </p:sp>
      <p:sp>
        <p:nvSpPr>
          <p:cNvPr id="21" name="Google Shape;21;p3"/>
          <p:cNvSpPr txBox="1">
            <a:spLocks noGrp="1"/>
          </p:cNvSpPr>
          <p:nvPr>
            <p:ph type="body" idx="1"/>
          </p:nvPr>
        </p:nvSpPr>
        <p:spPr>
          <a:xfrm>
            <a:off x="228600" y="1637275"/>
            <a:ext cx="3351600" cy="3046500"/>
          </a:xfrm>
          <a:prstGeom prst="rect">
            <a:avLst/>
          </a:prstGeom>
        </p:spPr>
        <p:txBody>
          <a:bodyPr spcFirstLastPara="1" wrap="square" lIns="91425" tIns="91425" rIns="91425" bIns="91425" anchor="t" anchorCtr="0">
            <a:noAutofit/>
          </a:bodyPr>
          <a:lstStyle>
            <a:lvl1pPr marL="457200" lvl="0" indent="-330200">
              <a:lnSpc>
                <a:spcPct val="100000"/>
              </a:lnSpc>
              <a:spcBef>
                <a:spcPts val="0"/>
              </a:spcBef>
              <a:spcAft>
                <a:spcPts val="0"/>
              </a:spcAft>
              <a:buSzPts val="1600"/>
              <a:buFont typeface="Nunito Sans"/>
              <a:buChar char="●"/>
              <a:defRPr sz="1600"/>
            </a:lvl1pPr>
            <a:lvl2pPr marL="914400" lvl="1" indent="-330200">
              <a:lnSpc>
                <a:spcPct val="100000"/>
              </a:lnSpc>
              <a:spcBef>
                <a:spcPts val="800"/>
              </a:spcBef>
              <a:spcAft>
                <a:spcPts val="0"/>
              </a:spcAft>
              <a:buSzPts val="1600"/>
              <a:buFont typeface="Nunito Sans"/>
              <a:buChar char="○"/>
              <a:defRPr sz="1600"/>
            </a:lvl2pPr>
            <a:lvl3pPr marL="1371600" lvl="2" indent="-330200">
              <a:lnSpc>
                <a:spcPct val="100000"/>
              </a:lnSpc>
              <a:spcBef>
                <a:spcPts val="800"/>
              </a:spcBef>
              <a:spcAft>
                <a:spcPts val="0"/>
              </a:spcAft>
              <a:buSzPts val="1600"/>
              <a:buFont typeface="Nunito Sans"/>
              <a:buChar char="■"/>
              <a:defRPr sz="1600"/>
            </a:lvl3pPr>
            <a:lvl4pPr marL="1828800" lvl="3" indent="-330200">
              <a:lnSpc>
                <a:spcPct val="100000"/>
              </a:lnSpc>
              <a:spcBef>
                <a:spcPts val="800"/>
              </a:spcBef>
              <a:spcAft>
                <a:spcPts val="0"/>
              </a:spcAft>
              <a:buSzPts val="1600"/>
              <a:buFont typeface="Nunito Sans"/>
              <a:buChar char="●"/>
              <a:defRPr sz="1600"/>
            </a:lvl4pPr>
            <a:lvl5pPr marL="2286000" lvl="4" indent="-330200">
              <a:lnSpc>
                <a:spcPct val="100000"/>
              </a:lnSpc>
              <a:spcBef>
                <a:spcPts val="800"/>
              </a:spcBef>
              <a:spcAft>
                <a:spcPts val="0"/>
              </a:spcAft>
              <a:buSzPts val="1600"/>
              <a:buFont typeface="Nunito Sans"/>
              <a:buChar char="○"/>
              <a:defRPr sz="1600"/>
            </a:lvl5pPr>
            <a:lvl6pPr marL="2743200" lvl="5" indent="-330200">
              <a:lnSpc>
                <a:spcPct val="100000"/>
              </a:lnSpc>
              <a:spcBef>
                <a:spcPts val="800"/>
              </a:spcBef>
              <a:spcAft>
                <a:spcPts val="0"/>
              </a:spcAft>
              <a:buSzPts val="1600"/>
              <a:buFont typeface="Nunito Sans"/>
              <a:buChar char="■"/>
              <a:defRPr sz="1600"/>
            </a:lvl6pPr>
            <a:lvl7pPr marL="3200400" lvl="6" indent="-330200">
              <a:lnSpc>
                <a:spcPct val="100000"/>
              </a:lnSpc>
              <a:spcBef>
                <a:spcPts val="800"/>
              </a:spcBef>
              <a:spcAft>
                <a:spcPts val="0"/>
              </a:spcAft>
              <a:buSzPts val="1600"/>
              <a:buFont typeface="Nunito Sans"/>
              <a:buChar char="●"/>
              <a:defRPr sz="1600"/>
            </a:lvl7pPr>
            <a:lvl8pPr marL="3657600" lvl="7" indent="-330200">
              <a:lnSpc>
                <a:spcPct val="100000"/>
              </a:lnSpc>
              <a:spcBef>
                <a:spcPts val="800"/>
              </a:spcBef>
              <a:spcAft>
                <a:spcPts val="0"/>
              </a:spcAft>
              <a:buSzPts val="1600"/>
              <a:buFont typeface="Nunito Sans"/>
              <a:buChar char="○"/>
              <a:defRPr sz="1600"/>
            </a:lvl8pPr>
            <a:lvl9pPr marL="4114800" lvl="8" indent="-330200">
              <a:lnSpc>
                <a:spcPct val="100000"/>
              </a:lnSpc>
              <a:spcBef>
                <a:spcPts val="800"/>
              </a:spcBef>
              <a:spcAft>
                <a:spcPts val="800"/>
              </a:spcAft>
              <a:buSzPts val="1600"/>
              <a:buFont typeface="Nunito Sans"/>
              <a:buChar char="■"/>
              <a:defRPr sz="1600"/>
            </a:lvl9pPr>
          </a:lstStyle>
          <a:p>
            <a:endParaRPr/>
          </a:p>
        </p:txBody>
      </p:sp>
      <p:sp>
        <p:nvSpPr>
          <p:cNvPr id="22" name="Google Shape;22;p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a:spLocks noGrp="1"/>
          </p:cNvSpPr>
          <p:nvPr>
            <p:ph type="subTitle" idx="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 Alt 1">
  <p:cSld name="BLANK_1_1_1_1">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26" name="Google Shape;26;p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l="535" t="71891" r="33362"/>
          <a:stretch/>
        </p:blipFill>
        <p:spPr>
          <a:xfrm>
            <a:off x="5624200" y="3"/>
            <a:ext cx="3519800" cy="1496699"/>
          </a:xfrm>
          <a:prstGeom prst="rect">
            <a:avLst/>
          </a:prstGeom>
          <a:noFill/>
          <a:ln>
            <a:noFill/>
          </a:ln>
        </p:spPr>
      </p:pic>
      <p:sp>
        <p:nvSpPr>
          <p:cNvPr id="28" name="Google Shape;28;p4"/>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eet the team">
  <p:cSld name="BLANK_1_1_1_1_2_3">
    <p:spTree>
      <p:nvGrpSpPr>
        <p:cNvPr id="1" name="Shape 29"/>
        <p:cNvGrpSpPr/>
        <p:nvPr/>
      </p:nvGrpSpPr>
      <p:grpSpPr>
        <a:xfrm>
          <a:off x="0" y="0"/>
          <a:ext cx="0" cy="0"/>
          <a:chOff x="0" y="0"/>
          <a:chExt cx="0" cy="0"/>
        </a:xfrm>
      </p:grpSpPr>
      <p:sp>
        <p:nvSpPr>
          <p:cNvPr id="30" name="Google Shape;30;p5"/>
          <p:cNvSpPr/>
          <p:nvPr/>
        </p:nvSpPr>
        <p:spPr>
          <a:xfrm>
            <a:off x="-349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31" name="Google Shape;31;p5"/>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32" name="Google Shape;32;p5"/>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a:spLocks noGrp="1"/>
          </p:cNvSpPr>
          <p:nvPr>
            <p:ph type="pic" idx="2"/>
          </p:nvPr>
        </p:nvSpPr>
        <p:spPr>
          <a:xfrm>
            <a:off x="1208525" y="1164275"/>
            <a:ext cx="1115700" cy="1118100"/>
          </a:xfrm>
          <a:prstGeom prst="roundRect">
            <a:avLst>
              <a:gd name="adj" fmla="val 16667"/>
            </a:avLst>
          </a:prstGeom>
          <a:noFill/>
          <a:ln>
            <a:noFill/>
          </a:ln>
        </p:spPr>
      </p:sp>
      <p:sp>
        <p:nvSpPr>
          <p:cNvPr id="34" name="Google Shape;34;p5"/>
          <p:cNvSpPr>
            <a:spLocks noGrp="1"/>
          </p:cNvSpPr>
          <p:nvPr>
            <p:ph type="pic" idx="3"/>
          </p:nvPr>
        </p:nvSpPr>
        <p:spPr>
          <a:xfrm>
            <a:off x="3079163" y="1164275"/>
            <a:ext cx="1115700" cy="1118100"/>
          </a:xfrm>
          <a:prstGeom prst="roundRect">
            <a:avLst>
              <a:gd name="adj" fmla="val 16667"/>
            </a:avLst>
          </a:prstGeom>
          <a:noFill/>
          <a:ln>
            <a:noFill/>
          </a:ln>
        </p:spPr>
      </p:sp>
      <p:sp>
        <p:nvSpPr>
          <p:cNvPr id="35" name="Google Shape;35;p5"/>
          <p:cNvSpPr>
            <a:spLocks noGrp="1"/>
          </p:cNvSpPr>
          <p:nvPr>
            <p:ph type="pic" idx="4"/>
          </p:nvPr>
        </p:nvSpPr>
        <p:spPr>
          <a:xfrm>
            <a:off x="4949788" y="1164275"/>
            <a:ext cx="1115700" cy="1118100"/>
          </a:xfrm>
          <a:prstGeom prst="roundRect">
            <a:avLst>
              <a:gd name="adj" fmla="val 16667"/>
            </a:avLst>
          </a:prstGeom>
          <a:noFill/>
          <a:ln>
            <a:noFill/>
          </a:ln>
        </p:spPr>
      </p:sp>
      <p:sp>
        <p:nvSpPr>
          <p:cNvPr id="36" name="Google Shape;36;p5"/>
          <p:cNvSpPr>
            <a:spLocks noGrp="1"/>
          </p:cNvSpPr>
          <p:nvPr>
            <p:ph type="pic" idx="5"/>
          </p:nvPr>
        </p:nvSpPr>
        <p:spPr>
          <a:xfrm>
            <a:off x="6820413" y="1164275"/>
            <a:ext cx="1115700" cy="1118100"/>
          </a:xfrm>
          <a:prstGeom prst="roundRect">
            <a:avLst>
              <a:gd name="adj" fmla="val 16667"/>
            </a:avLst>
          </a:prstGeom>
          <a:noFill/>
          <a:ln>
            <a:noFill/>
          </a:ln>
        </p:spPr>
      </p:sp>
      <p:sp>
        <p:nvSpPr>
          <p:cNvPr id="37" name="Google Shape;37;p5"/>
          <p:cNvSpPr txBox="1">
            <a:spLocks noGrp="1"/>
          </p:cNvSpPr>
          <p:nvPr>
            <p:ph type="subTitle" idx="1"/>
          </p:nvPr>
        </p:nvSpPr>
        <p:spPr>
          <a:xfrm>
            <a:off x="1208525"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38" name="Google Shape;38;p5"/>
          <p:cNvSpPr txBox="1">
            <a:spLocks noGrp="1"/>
          </p:cNvSpPr>
          <p:nvPr>
            <p:ph type="subTitle" idx="6"/>
          </p:nvPr>
        </p:nvSpPr>
        <p:spPr>
          <a:xfrm>
            <a:off x="1208525"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39" name="Google Shape;39;p5"/>
          <p:cNvSpPr txBox="1">
            <a:spLocks noGrp="1"/>
          </p:cNvSpPr>
          <p:nvPr>
            <p:ph type="subTitle" idx="7"/>
          </p:nvPr>
        </p:nvSpPr>
        <p:spPr>
          <a:xfrm>
            <a:off x="3079166"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0" name="Google Shape;40;p5"/>
          <p:cNvSpPr txBox="1">
            <a:spLocks noGrp="1"/>
          </p:cNvSpPr>
          <p:nvPr>
            <p:ph type="subTitle" idx="8"/>
          </p:nvPr>
        </p:nvSpPr>
        <p:spPr>
          <a:xfrm>
            <a:off x="3079163"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1" name="Google Shape;41;p5"/>
          <p:cNvSpPr txBox="1">
            <a:spLocks noGrp="1"/>
          </p:cNvSpPr>
          <p:nvPr>
            <p:ph type="subTitle" idx="9"/>
          </p:nvPr>
        </p:nvSpPr>
        <p:spPr>
          <a:xfrm>
            <a:off x="4949794"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2" name="Google Shape;42;p5"/>
          <p:cNvSpPr txBox="1">
            <a:spLocks noGrp="1"/>
          </p:cNvSpPr>
          <p:nvPr>
            <p:ph type="subTitle" idx="13"/>
          </p:nvPr>
        </p:nvSpPr>
        <p:spPr>
          <a:xfrm>
            <a:off x="4949788"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3" name="Google Shape;43;p5"/>
          <p:cNvSpPr txBox="1">
            <a:spLocks noGrp="1"/>
          </p:cNvSpPr>
          <p:nvPr>
            <p:ph type="subTitle" idx="14"/>
          </p:nvPr>
        </p:nvSpPr>
        <p:spPr>
          <a:xfrm>
            <a:off x="6820423"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4" name="Google Shape;44;p5"/>
          <p:cNvSpPr txBox="1">
            <a:spLocks noGrp="1"/>
          </p:cNvSpPr>
          <p:nvPr>
            <p:ph type="subTitle" idx="15"/>
          </p:nvPr>
        </p:nvSpPr>
        <p:spPr>
          <a:xfrm>
            <a:off x="6820413"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5" name="Google Shape;45;p5"/>
          <p:cNvSpPr>
            <a:spLocks noGrp="1"/>
          </p:cNvSpPr>
          <p:nvPr>
            <p:ph type="pic" idx="16"/>
          </p:nvPr>
        </p:nvSpPr>
        <p:spPr>
          <a:xfrm>
            <a:off x="3079163" y="2958825"/>
            <a:ext cx="1115700" cy="1118100"/>
          </a:xfrm>
          <a:prstGeom prst="roundRect">
            <a:avLst>
              <a:gd name="adj" fmla="val 16667"/>
            </a:avLst>
          </a:prstGeom>
          <a:noFill/>
          <a:ln>
            <a:noFill/>
          </a:ln>
        </p:spPr>
      </p:sp>
      <p:sp>
        <p:nvSpPr>
          <p:cNvPr id="46" name="Google Shape;46;p5"/>
          <p:cNvSpPr>
            <a:spLocks noGrp="1"/>
          </p:cNvSpPr>
          <p:nvPr>
            <p:ph type="pic" idx="17"/>
          </p:nvPr>
        </p:nvSpPr>
        <p:spPr>
          <a:xfrm>
            <a:off x="4949788" y="2958825"/>
            <a:ext cx="1115700" cy="1118100"/>
          </a:xfrm>
          <a:prstGeom prst="roundRect">
            <a:avLst>
              <a:gd name="adj" fmla="val 16667"/>
            </a:avLst>
          </a:prstGeom>
          <a:noFill/>
          <a:ln>
            <a:noFill/>
          </a:ln>
        </p:spPr>
      </p:sp>
      <p:sp>
        <p:nvSpPr>
          <p:cNvPr id="47" name="Google Shape;47;p5"/>
          <p:cNvSpPr>
            <a:spLocks noGrp="1"/>
          </p:cNvSpPr>
          <p:nvPr>
            <p:ph type="pic" idx="18"/>
          </p:nvPr>
        </p:nvSpPr>
        <p:spPr>
          <a:xfrm>
            <a:off x="6820413" y="2958825"/>
            <a:ext cx="1115700" cy="1118100"/>
          </a:xfrm>
          <a:prstGeom prst="roundRect">
            <a:avLst>
              <a:gd name="adj" fmla="val 16667"/>
            </a:avLst>
          </a:prstGeom>
          <a:noFill/>
          <a:ln>
            <a:noFill/>
          </a:ln>
        </p:spPr>
      </p:sp>
      <p:sp>
        <p:nvSpPr>
          <p:cNvPr id="48" name="Google Shape;48;p5"/>
          <p:cNvSpPr txBox="1">
            <a:spLocks noGrp="1"/>
          </p:cNvSpPr>
          <p:nvPr>
            <p:ph type="subTitle" idx="19"/>
          </p:nvPr>
        </p:nvSpPr>
        <p:spPr>
          <a:xfrm>
            <a:off x="1208525"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9" name="Google Shape;49;p5"/>
          <p:cNvSpPr>
            <a:spLocks noGrp="1"/>
          </p:cNvSpPr>
          <p:nvPr>
            <p:ph type="pic" idx="20"/>
          </p:nvPr>
        </p:nvSpPr>
        <p:spPr>
          <a:xfrm>
            <a:off x="1208550" y="2958825"/>
            <a:ext cx="1115700" cy="1118100"/>
          </a:xfrm>
          <a:prstGeom prst="roundRect">
            <a:avLst>
              <a:gd name="adj" fmla="val 16667"/>
            </a:avLst>
          </a:prstGeom>
          <a:noFill/>
          <a:ln>
            <a:noFill/>
          </a:ln>
        </p:spPr>
      </p:sp>
      <p:sp>
        <p:nvSpPr>
          <p:cNvPr id="50" name="Google Shape;50;p5"/>
          <p:cNvSpPr txBox="1">
            <a:spLocks noGrp="1"/>
          </p:cNvSpPr>
          <p:nvPr>
            <p:ph type="subTitle" idx="21"/>
          </p:nvPr>
        </p:nvSpPr>
        <p:spPr>
          <a:xfrm>
            <a:off x="3079166"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51" name="Google Shape;51;p5"/>
          <p:cNvSpPr txBox="1">
            <a:spLocks noGrp="1"/>
          </p:cNvSpPr>
          <p:nvPr>
            <p:ph type="subTitle" idx="22"/>
          </p:nvPr>
        </p:nvSpPr>
        <p:spPr>
          <a:xfrm>
            <a:off x="4949794"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52" name="Google Shape;52;p5"/>
          <p:cNvSpPr txBox="1">
            <a:spLocks noGrp="1"/>
          </p:cNvSpPr>
          <p:nvPr>
            <p:ph type="subTitle" idx="23"/>
          </p:nvPr>
        </p:nvSpPr>
        <p:spPr>
          <a:xfrm>
            <a:off x="3079163"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3" name="Google Shape;53;p5"/>
          <p:cNvSpPr txBox="1">
            <a:spLocks noGrp="1"/>
          </p:cNvSpPr>
          <p:nvPr>
            <p:ph type="subTitle" idx="24"/>
          </p:nvPr>
        </p:nvSpPr>
        <p:spPr>
          <a:xfrm>
            <a:off x="6820423"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54" name="Google Shape;54;p5"/>
          <p:cNvSpPr txBox="1">
            <a:spLocks noGrp="1"/>
          </p:cNvSpPr>
          <p:nvPr>
            <p:ph type="subTitle" idx="25"/>
          </p:nvPr>
        </p:nvSpPr>
        <p:spPr>
          <a:xfrm>
            <a:off x="4949788"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5" name="Google Shape;55;p5"/>
          <p:cNvSpPr txBox="1">
            <a:spLocks noGrp="1"/>
          </p:cNvSpPr>
          <p:nvPr>
            <p:ph type="subTitle" idx="26"/>
          </p:nvPr>
        </p:nvSpPr>
        <p:spPr>
          <a:xfrm>
            <a:off x="1208525"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6" name="Google Shape;56;p5"/>
          <p:cNvSpPr txBox="1">
            <a:spLocks noGrp="1"/>
          </p:cNvSpPr>
          <p:nvPr>
            <p:ph type="subTitle" idx="27"/>
          </p:nvPr>
        </p:nvSpPr>
        <p:spPr>
          <a:xfrm>
            <a:off x="6820413"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7" name="Google Shape;57;p5"/>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eet the team - Alt 1">
  <p:cSld name="BLANK_1_1_1_1_2_3_1">
    <p:spTree>
      <p:nvGrpSpPr>
        <p:cNvPr id="1" name="Shape 58"/>
        <p:cNvGrpSpPr/>
        <p:nvPr/>
      </p:nvGrpSpPr>
      <p:grpSpPr>
        <a:xfrm>
          <a:off x="0" y="0"/>
          <a:ext cx="0" cy="0"/>
          <a:chOff x="0" y="0"/>
          <a:chExt cx="0" cy="0"/>
        </a:xfrm>
      </p:grpSpPr>
      <p:sp>
        <p:nvSpPr>
          <p:cNvPr id="59" name="Google Shape;59;p6"/>
          <p:cNvSpPr txBox="1">
            <a:spLocks noGrp="1"/>
          </p:cNvSpPr>
          <p:nvPr>
            <p:ph type="body" idx="1"/>
          </p:nvPr>
        </p:nvSpPr>
        <p:spPr>
          <a:xfrm>
            <a:off x="6014118" y="1661825"/>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60" name="Google Shape;60;p6"/>
          <p:cNvSpPr txBox="1">
            <a:spLocks noGrp="1"/>
          </p:cNvSpPr>
          <p:nvPr>
            <p:ph type="body" idx="2"/>
          </p:nvPr>
        </p:nvSpPr>
        <p:spPr>
          <a:xfrm>
            <a:off x="2317068" y="1661825"/>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61" name="Google Shape;61;p6"/>
          <p:cNvSpPr/>
          <p:nvPr/>
        </p:nvSpPr>
        <p:spPr>
          <a:xfrm>
            <a:off x="-349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62" name="Google Shape;62;p6"/>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63" name="Google Shape;63;p6"/>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a:spLocks noGrp="1"/>
          </p:cNvSpPr>
          <p:nvPr>
            <p:ph type="pic" idx="3"/>
          </p:nvPr>
        </p:nvSpPr>
        <p:spPr>
          <a:xfrm>
            <a:off x="988450" y="2967538"/>
            <a:ext cx="1264200" cy="1258500"/>
          </a:xfrm>
          <a:prstGeom prst="roundRect">
            <a:avLst>
              <a:gd name="adj" fmla="val 16718"/>
            </a:avLst>
          </a:prstGeom>
          <a:noFill/>
          <a:ln>
            <a:noFill/>
          </a:ln>
        </p:spPr>
      </p:sp>
      <p:sp>
        <p:nvSpPr>
          <p:cNvPr id="65" name="Google Shape;65;p6"/>
          <p:cNvSpPr txBox="1">
            <a:spLocks noGrp="1"/>
          </p:cNvSpPr>
          <p:nvPr>
            <p:ph type="subTitle" idx="4"/>
          </p:nvPr>
        </p:nvSpPr>
        <p:spPr>
          <a:xfrm>
            <a:off x="2317068" y="2953117"/>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66" name="Google Shape;66;p6"/>
          <p:cNvSpPr txBox="1">
            <a:spLocks noGrp="1"/>
          </p:cNvSpPr>
          <p:nvPr>
            <p:ph type="subTitle" idx="5"/>
          </p:nvPr>
        </p:nvSpPr>
        <p:spPr>
          <a:xfrm>
            <a:off x="2317068" y="3283266"/>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67" name="Google Shape;67;p6"/>
          <p:cNvSpPr txBox="1">
            <a:spLocks noGrp="1"/>
          </p:cNvSpPr>
          <p:nvPr>
            <p:ph type="body" idx="6"/>
          </p:nvPr>
        </p:nvSpPr>
        <p:spPr>
          <a:xfrm>
            <a:off x="2317068" y="3459387"/>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68" name="Google Shape;68;p6"/>
          <p:cNvSpPr>
            <a:spLocks noGrp="1"/>
          </p:cNvSpPr>
          <p:nvPr>
            <p:ph type="pic" idx="7"/>
          </p:nvPr>
        </p:nvSpPr>
        <p:spPr>
          <a:xfrm>
            <a:off x="4685500" y="1169975"/>
            <a:ext cx="1264200" cy="1258500"/>
          </a:xfrm>
          <a:prstGeom prst="roundRect">
            <a:avLst>
              <a:gd name="adj" fmla="val 16718"/>
            </a:avLst>
          </a:prstGeom>
          <a:noFill/>
          <a:ln>
            <a:noFill/>
          </a:ln>
        </p:spPr>
      </p:sp>
      <p:sp>
        <p:nvSpPr>
          <p:cNvPr id="69" name="Google Shape;69;p6"/>
          <p:cNvSpPr txBox="1">
            <a:spLocks noGrp="1"/>
          </p:cNvSpPr>
          <p:nvPr>
            <p:ph type="subTitle" idx="8"/>
          </p:nvPr>
        </p:nvSpPr>
        <p:spPr>
          <a:xfrm>
            <a:off x="6014118" y="1155555"/>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70" name="Google Shape;70;p6"/>
          <p:cNvSpPr txBox="1">
            <a:spLocks noGrp="1"/>
          </p:cNvSpPr>
          <p:nvPr>
            <p:ph type="subTitle" idx="9"/>
          </p:nvPr>
        </p:nvSpPr>
        <p:spPr>
          <a:xfrm>
            <a:off x="6014118" y="1485704"/>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71" name="Google Shape;71;p6"/>
          <p:cNvSpPr>
            <a:spLocks noGrp="1"/>
          </p:cNvSpPr>
          <p:nvPr>
            <p:ph type="pic" idx="13"/>
          </p:nvPr>
        </p:nvSpPr>
        <p:spPr>
          <a:xfrm>
            <a:off x="4685500" y="2967538"/>
            <a:ext cx="1264200" cy="1258500"/>
          </a:xfrm>
          <a:prstGeom prst="roundRect">
            <a:avLst>
              <a:gd name="adj" fmla="val 16718"/>
            </a:avLst>
          </a:prstGeom>
          <a:noFill/>
          <a:ln>
            <a:noFill/>
          </a:ln>
        </p:spPr>
      </p:sp>
      <p:sp>
        <p:nvSpPr>
          <p:cNvPr id="72" name="Google Shape;72;p6"/>
          <p:cNvSpPr txBox="1">
            <a:spLocks noGrp="1"/>
          </p:cNvSpPr>
          <p:nvPr>
            <p:ph type="subTitle" idx="14"/>
          </p:nvPr>
        </p:nvSpPr>
        <p:spPr>
          <a:xfrm>
            <a:off x="6014118" y="2953117"/>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73" name="Google Shape;73;p6"/>
          <p:cNvSpPr txBox="1">
            <a:spLocks noGrp="1"/>
          </p:cNvSpPr>
          <p:nvPr>
            <p:ph type="subTitle" idx="15"/>
          </p:nvPr>
        </p:nvSpPr>
        <p:spPr>
          <a:xfrm>
            <a:off x="6014118" y="3283266"/>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74" name="Google Shape;74;p6"/>
          <p:cNvSpPr txBox="1">
            <a:spLocks noGrp="1"/>
          </p:cNvSpPr>
          <p:nvPr>
            <p:ph type="body" idx="16"/>
          </p:nvPr>
        </p:nvSpPr>
        <p:spPr>
          <a:xfrm>
            <a:off x="6014118" y="3459387"/>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75" name="Google Shape;75;p6"/>
          <p:cNvSpPr>
            <a:spLocks noGrp="1"/>
          </p:cNvSpPr>
          <p:nvPr>
            <p:ph type="pic" idx="17"/>
          </p:nvPr>
        </p:nvSpPr>
        <p:spPr>
          <a:xfrm>
            <a:off x="988450" y="1169975"/>
            <a:ext cx="1264200" cy="1258500"/>
          </a:xfrm>
          <a:prstGeom prst="roundRect">
            <a:avLst>
              <a:gd name="adj" fmla="val 16718"/>
            </a:avLst>
          </a:prstGeom>
          <a:noFill/>
          <a:ln>
            <a:noFill/>
          </a:ln>
        </p:spPr>
      </p:sp>
      <p:sp>
        <p:nvSpPr>
          <p:cNvPr id="76" name="Google Shape;76;p6"/>
          <p:cNvSpPr txBox="1">
            <a:spLocks noGrp="1"/>
          </p:cNvSpPr>
          <p:nvPr>
            <p:ph type="subTitle" idx="18"/>
          </p:nvPr>
        </p:nvSpPr>
        <p:spPr>
          <a:xfrm>
            <a:off x="2317068" y="1155555"/>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77" name="Google Shape;77;p6"/>
          <p:cNvSpPr txBox="1">
            <a:spLocks noGrp="1"/>
          </p:cNvSpPr>
          <p:nvPr>
            <p:ph type="subTitle" idx="19"/>
          </p:nvPr>
        </p:nvSpPr>
        <p:spPr>
          <a:xfrm>
            <a:off x="2317068" y="1485704"/>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78" name="Google Shape;78;p6"/>
          <p:cNvSpPr txBox="1">
            <a:spLocks noGrp="1"/>
          </p:cNvSpPr>
          <p:nvPr>
            <p:ph type="subTitle" idx="20"/>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 Alt 4">
  <p:cSld name="BLANK_1_1_1_1_2_2">
    <p:bg>
      <p:bgPr>
        <a:solidFill>
          <a:schemeClr val="lt1"/>
        </a:solidFill>
        <a:effectLst/>
      </p:bgPr>
    </p:bg>
    <p:spTree>
      <p:nvGrpSpPr>
        <p:cNvPr id="1" name="Shape 79"/>
        <p:cNvGrpSpPr/>
        <p:nvPr/>
      </p:nvGrpSpPr>
      <p:grpSpPr>
        <a:xfrm>
          <a:off x="0" y="0"/>
          <a:ext cx="0" cy="0"/>
          <a:chOff x="0" y="0"/>
          <a:chExt cx="0" cy="0"/>
        </a:xfrm>
      </p:grpSpPr>
      <p:sp>
        <p:nvSpPr>
          <p:cNvPr id="80" name="Google Shape;80;p7"/>
          <p:cNvSpPr txBox="1">
            <a:spLocks noGrp="1"/>
          </p:cNvSpPr>
          <p:nvPr>
            <p:ph type="title"/>
          </p:nvPr>
        </p:nvSpPr>
        <p:spPr>
          <a:xfrm>
            <a:off x="228600" y="228600"/>
            <a:ext cx="4803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81" name="Google Shape;81;p7"/>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avLst/>
            <a:gdLst/>
            <a:ahLst/>
            <a:cxnLst/>
            <a:rect l="l" t="t" r="r" b="b"/>
            <a:pathLst>
              <a:path w="65894" h="56257" extrusionOk="0">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83" name="Google Shape;83;p7"/>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 Alt 7">
  <p:cSld name="BLANK_1_1_1_1_2_1_1_1">
    <p:spTree>
      <p:nvGrpSpPr>
        <p:cNvPr id="1"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a:endParaRPr/>
          </a:p>
        </p:txBody>
      </p:sp>
      <p:sp>
        <p:nvSpPr>
          <p:cNvPr id="89" name="Google Shape;89;p8"/>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lumn statement">
  <p:cSld name="BLANK_1_1_1_1_1_2">
    <p:bg>
      <p:bgPr>
        <a:solidFill>
          <a:schemeClr val="lt1"/>
        </a:solidFill>
        <a:effectLst/>
      </p:bgPr>
    </p:bg>
    <p:spTree>
      <p:nvGrpSpPr>
        <p:cNvPr id="1" name="Shape 90"/>
        <p:cNvGrpSpPr/>
        <p:nvPr/>
      </p:nvGrpSpPr>
      <p:grpSpPr>
        <a:xfrm>
          <a:off x="0" y="0"/>
          <a:ext cx="0" cy="0"/>
          <a:chOff x="0" y="0"/>
          <a:chExt cx="0" cy="0"/>
        </a:xfrm>
      </p:grpSpPr>
      <p:sp>
        <p:nvSpPr>
          <p:cNvPr id="91" name="Google Shape;91;p9"/>
          <p:cNvSpPr txBox="1">
            <a:spLocks noGrp="1"/>
          </p:cNvSpPr>
          <p:nvPr>
            <p:ph type="body" idx="1"/>
          </p:nvPr>
        </p:nvSpPr>
        <p:spPr>
          <a:xfrm>
            <a:off x="4618950" y="1743378"/>
            <a:ext cx="4296600" cy="30633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Font typeface="Nunito Sans"/>
              <a:buChar char="●"/>
              <a:defRPr sz="1600"/>
            </a:lvl1pPr>
            <a:lvl2pPr marL="914400" lvl="1" indent="-330200">
              <a:spcBef>
                <a:spcPts val="800"/>
              </a:spcBef>
              <a:spcAft>
                <a:spcPts val="0"/>
              </a:spcAft>
              <a:buSzPts val="1600"/>
              <a:buFont typeface="Nunito Sans"/>
              <a:buChar char="○"/>
              <a:defRPr sz="1600"/>
            </a:lvl2pPr>
            <a:lvl3pPr marL="1371600" lvl="2" indent="-330200">
              <a:spcBef>
                <a:spcPts val="800"/>
              </a:spcBef>
              <a:spcAft>
                <a:spcPts val="0"/>
              </a:spcAft>
              <a:buSzPts val="1600"/>
              <a:buFont typeface="Nunito Sans"/>
              <a:buChar char="■"/>
              <a:defRPr sz="1600"/>
            </a:lvl3pPr>
            <a:lvl4pPr marL="1828800" lvl="3" indent="-330200">
              <a:spcBef>
                <a:spcPts val="800"/>
              </a:spcBef>
              <a:spcAft>
                <a:spcPts val="0"/>
              </a:spcAft>
              <a:buSzPts val="1600"/>
              <a:buFont typeface="Nunito Sans"/>
              <a:buChar char="●"/>
              <a:defRPr sz="1600"/>
            </a:lvl4pPr>
            <a:lvl5pPr marL="2286000" lvl="4" indent="-330200">
              <a:spcBef>
                <a:spcPts val="800"/>
              </a:spcBef>
              <a:spcAft>
                <a:spcPts val="0"/>
              </a:spcAft>
              <a:buSzPts val="1600"/>
              <a:buFont typeface="Nunito Sans"/>
              <a:buChar char="○"/>
              <a:defRPr sz="1600"/>
            </a:lvl5pPr>
            <a:lvl6pPr marL="2743200" lvl="5" indent="-330200">
              <a:spcBef>
                <a:spcPts val="800"/>
              </a:spcBef>
              <a:spcAft>
                <a:spcPts val="0"/>
              </a:spcAft>
              <a:buSzPts val="1600"/>
              <a:buFont typeface="Nunito Sans"/>
              <a:buChar char="■"/>
              <a:defRPr sz="1600"/>
            </a:lvl6pPr>
            <a:lvl7pPr marL="3200400" lvl="6" indent="-330200">
              <a:spcBef>
                <a:spcPts val="800"/>
              </a:spcBef>
              <a:spcAft>
                <a:spcPts val="0"/>
              </a:spcAft>
              <a:buSzPts val="1600"/>
              <a:buFont typeface="Nunito Sans"/>
              <a:buChar char="●"/>
              <a:defRPr sz="1600"/>
            </a:lvl7pPr>
            <a:lvl8pPr marL="3657600" lvl="7" indent="-330200">
              <a:spcBef>
                <a:spcPts val="800"/>
              </a:spcBef>
              <a:spcAft>
                <a:spcPts val="0"/>
              </a:spcAft>
              <a:buSzPts val="1600"/>
              <a:buFont typeface="Nunito Sans"/>
              <a:buChar char="○"/>
              <a:defRPr sz="1600"/>
            </a:lvl8pPr>
            <a:lvl9pPr marL="4114800" lvl="8" indent="-330200">
              <a:spcBef>
                <a:spcPts val="800"/>
              </a:spcBef>
              <a:spcAft>
                <a:spcPts val="800"/>
              </a:spcAft>
              <a:buSzPts val="1600"/>
              <a:buFont typeface="Nunito Sans"/>
              <a:buChar char="■"/>
              <a:defRPr sz="1600"/>
            </a:lvl9pPr>
          </a:lstStyle>
          <a:p>
            <a:endParaRPr/>
          </a:p>
        </p:txBody>
      </p:sp>
      <p:sp>
        <p:nvSpPr>
          <p:cNvPr id="92" name="Google Shape;92;p9"/>
          <p:cNvSpPr txBox="1">
            <a:spLocks noGrp="1"/>
          </p:cNvSpPr>
          <p:nvPr>
            <p:ph type="title"/>
          </p:nvPr>
        </p:nvSpPr>
        <p:spPr>
          <a:xfrm>
            <a:off x="228600" y="1743378"/>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a:endParaRPr/>
          </a:p>
        </p:txBody>
      </p:sp>
      <p:sp>
        <p:nvSpPr>
          <p:cNvPr id="93" name="Google Shape;93;p9"/>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a:spLocks noGrp="1"/>
          </p:cNvSpPr>
          <p:nvPr>
            <p:ph type="subTitle" idx="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BLANK_1_1_1_1_1_1">
    <p:bg>
      <p:bgPr>
        <a:solidFill>
          <a:schemeClr val="accent1"/>
        </a:solidFill>
        <a:effectLst/>
      </p:bgPr>
    </p:bg>
    <p:spTree>
      <p:nvGrpSpPr>
        <p:cNvPr id="1"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t="51307" r="54483"/>
          <a:stretch/>
        </p:blipFill>
        <p:spPr>
          <a:xfrm>
            <a:off x="6802800" y="-9247"/>
            <a:ext cx="2341200" cy="2504451"/>
          </a:xfrm>
          <a:prstGeom prst="rect">
            <a:avLst/>
          </a:prstGeom>
          <a:noFill/>
          <a:ln>
            <a:noFill/>
          </a:ln>
        </p:spPr>
      </p:pic>
      <p:sp>
        <p:nvSpPr>
          <p:cNvPr id="97" name="Google Shape;97;p10"/>
          <p:cNvSpPr txBox="1">
            <a:spLocks noGrp="1"/>
          </p:cNvSpPr>
          <p:nvPr>
            <p:ph type="title"/>
          </p:nvPr>
        </p:nvSpPr>
        <p:spPr>
          <a:xfrm>
            <a:off x="1249050" y="1249276"/>
            <a:ext cx="6645900" cy="2843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9pPr>
          </a:lstStyle>
          <a:p>
            <a:endParaRPr/>
          </a:p>
        </p:txBody>
      </p:sp>
      <p:sp>
        <p:nvSpPr>
          <p:cNvPr id="98" name="Google Shape;98;p10"/>
          <p:cNvSpPr/>
          <p:nvPr/>
        </p:nvSpPr>
        <p:spPr>
          <a:xfrm>
            <a:off x="6724719" y="-48"/>
            <a:ext cx="2419360" cy="1864544"/>
          </a:xfrm>
          <a:custGeom>
            <a:avLst/>
            <a:gdLst/>
            <a:ahLst/>
            <a:cxnLst/>
            <a:rect l="l" t="t" r="r" b="b"/>
            <a:pathLst>
              <a:path w="75605" h="58267" extrusionOk="0">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avLst/>
            <a:gdLst/>
            <a:ahLst/>
            <a:cxnLst/>
            <a:rect l="l" t="t" r="r" b="b"/>
            <a:pathLst>
              <a:path w="73112" h="45356" extrusionOk="0">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 Alt 2">
  <p:cSld name="BLANK_1_1_1_1_1_1_1_1_1_1_1_2">
    <p:spTree>
      <p:nvGrpSpPr>
        <p:cNvPr id="1"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102" name="Google Shape;102;p11"/>
          <p:cNvSpPr txBox="1">
            <a:spLocks noGrp="1"/>
          </p:cNvSpPr>
          <p:nvPr>
            <p:ph type="subTitle" idx="1"/>
          </p:nvPr>
        </p:nvSpPr>
        <p:spPr>
          <a:xfrm>
            <a:off x="3584425" y="53655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3" name="Google Shape;103;p11"/>
          <p:cNvSpPr txBox="1">
            <a:spLocks noGrp="1"/>
          </p:cNvSpPr>
          <p:nvPr>
            <p:ph type="subTitle" idx="2"/>
          </p:nvPr>
        </p:nvSpPr>
        <p:spPr>
          <a:xfrm>
            <a:off x="3584425" y="192065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4" name="Google Shape;104;p11"/>
          <p:cNvSpPr txBox="1">
            <a:spLocks noGrp="1"/>
          </p:cNvSpPr>
          <p:nvPr>
            <p:ph type="subTitle" idx="3"/>
          </p:nvPr>
        </p:nvSpPr>
        <p:spPr>
          <a:xfrm>
            <a:off x="3584425" y="3291625"/>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5" name="Google Shape;105;p11"/>
          <p:cNvSpPr txBox="1">
            <a:spLocks noGrp="1"/>
          </p:cNvSpPr>
          <p:nvPr>
            <p:ph type="subTitle" idx="4"/>
          </p:nvPr>
        </p:nvSpPr>
        <p:spPr>
          <a:xfrm>
            <a:off x="3584425" y="39968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6" name="Google Shape;106;p11"/>
          <p:cNvSpPr txBox="1">
            <a:spLocks noGrp="1"/>
          </p:cNvSpPr>
          <p:nvPr>
            <p:ph type="subTitle" idx="5"/>
          </p:nvPr>
        </p:nvSpPr>
        <p:spPr>
          <a:xfrm>
            <a:off x="3584425" y="12286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107" name="Google Shape;107;p11"/>
          <p:cNvSpPr txBox="1">
            <a:spLocks noGrp="1"/>
          </p:cNvSpPr>
          <p:nvPr>
            <p:ph type="subTitle" idx="6"/>
          </p:nvPr>
        </p:nvSpPr>
        <p:spPr>
          <a:xfrm>
            <a:off x="3584425" y="26127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pic>
        <p:nvPicPr>
          <p:cNvPr id="108" name="Google Shape;108;p11"/>
          <p:cNvPicPr preferRelativeResize="0"/>
          <p:nvPr/>
        </p:nvPicPr>
        <p:blipFill rotWithShape="1">
          <a:blip r:embed="rId2">
            <a:alphaModFix/>
          </a:blip>
          <a:srcRect l="57201" b="4753"/>
          <a:stretch/>
        </p:blipFill>
        <p:spPr>
          <a:xfrm>
            <a:off x="-2901" y="1345020"/>
            <a:ext cx="1711426" cy="3808700"/>
          </a:xfrm>
          <a:prstGeom prst="rect">
            <a:avLst/>
          </a:prstGeom>
          <a:noFill/>
          <a:ln>
            <a:noFill/>
          </a:ln>
        </p:spPr>
      </p:pic>
      <p:sp>
        <p:nvSpPr>
          <p:cNvPr id="109" name="Google Shape;109;p11"/>
          <p:cNvSpPr txBox="1">
            <a:spLocks noGrp="1"/>
          </p:cNvSpPr>
          <p:nvPr>
            <p:ph type="subTitle" idx="7"/>
          </p:nvPr>
        </p:nvSpPr>
        <p:spPr>
          <a:xfrm>
            <a:off x="3986175" y="5103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0" name="Google Shape;110;p11"/>
          <p:cNvSpPr txBox="1">
            <a:spLocks noGrp="1"/>
          </p:cNvSpPr>
          <p:nvPr>
            <p:ph type="subTitle" idx="8"/>
          </p:nvPr>
        </p:nvSpPr>
        <p:spPr>
          <a:xfrm>
            <a:off x="3986175" y="12023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1" name="Google Shape;111;p11"/>
          <p:cNvSpPr txBox="1">
            <a:spLocks noGrp="1"/>
          </p:cNvSpPr>
          <p:nvPr>
            <p:ph type="subTitle" idx="9"/>
          </p:nvPr>
        </p:nvSpPr>
        <p:spPr>
          <a:xfrm>
            <a:off x="3986175" y="18944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2" name="Google Shape;112;p11"/>
          <p:cNvSpPr txBox="1">
            <a:spLocks noGrp="1"/>
          </p:cNvSpPr>
          <p:nvPr>
            <p:ph type="subTitle" idx="13"/>
          </p:nvPr>
        </p:nvSpPr>
        <p:spPr>
          <a:xfrm>
            <a:off x="3986175" y="25864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3" name="Google Shape;113;p11"/>
          <p:cNvSpPr txBox="1">
            <a:spLocks noGrp="1"/>
          </p:cNvSpPr>
          <p:nvPr>
            <p:ph type="subTitle" idx="14"/>
          </p:nvPr>
        </p:nvSpPr>
        <p:spPr>
          <a:xfrm>
            <a:off x="3986175" y="32785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4" name="Google Shape;114;p11"/>
          <p:cNvSpPr txBox="1">
            <a:spLocks noGrp="1"/>
          </p:cNvSpPr>
          <p:nvPr>
            <p:ph type="subTitle" idx="15"/>
          </p:nvPr>
        </p:nvSpPr>
        <p:spPr>
          <a:xfrm>
            <a:off x="3986175" y="39705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115" name="Google Shape;115;p11"/>
          <p:cNvSpPr txBox="1">
            <a:spLocks noGrp="1"/>
          </p:cNvSpPr>
          <p:nvPr>
            <p:ph type="title"/>
          </p:nvPr>
        </p:nvSpPr>
        <p:spPr>
          <a:xfrm>
            <a:off x="228600" y="228600"/>
            <a:ext cx="2926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16" name="Google Shape;116;p11"/>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a:spLocks noGrp="1"/>
          </p:cNvSpPr>
          <p:nvPr>
            <p:ph type="subTitle" idx="16"/>
          </p:nvPr>
        </p:nvSpPr>
        <p:spPr>
          <a:xfrm>
            <a:off x="7851925" y="5103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18" name="Google Shape;118;p11"/>
          <p:cNvSpPr txBox="1">
            <a:spLocks noGrp="1"/>
          </p:cNvSpPr>
          <p:nvPr>
            <p:ph type="subTitle" idx="17"/>
          </p:nvPr>
        </p:nvSpPr>
        <p:spPr>
          <a:xfrm>
            <a:off x="7851925" y="12023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19" name="Google Shape;119;p11"/>
          <p:cNvSpPr txBox="1">
            <a:spLocks noGrp="1"/>
          </p:cNvSpPr>
          <p:nvPr>
            <p:ph type="subTitle" idx="18"/>
          </p:nvPr>
        </p:nvSpPr>
        <p:spPr>
          <a:xfrm>
            <a:off x="7851925" y="18944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20" name="Google Shape;120;p11"/>
          <p:cNvSpPr txBox="1">
            <a:spLocks noGrp="1"/>
          </p:cNvSpPr>
          <p:nvPr>
            <p:ph type="subTitle" idx="19"/>
          </p:nvPr>
        </p:nvSpPr>
        <p:spPr>
          <a:xfrm>
            <a:off x="7851925" y="25864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21" name="Google Shape;121;p11"/>
          <p:cNvSpPr txBox="1">
            <a:spLocks noGrp="1"/>
          </p:cNvSpPr>
          <p:nvPr>
            <p:ph type="subTitle" idx="20"/>
          </p:nvPr>
        </p:nvSpPr>
        <p:spPr>
          <a:xfrm>
            <a:off x="7851925" y="32785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22" name="Google Shape;122;p11"/>
          <p:cNvSpPr txBox="1">
            <a:spLocks noGrp="1"/>
          </p:cNvSpPr>
          <p:nvPr>
            <p:ph type="subTitle" idx="21"/>
          </p:nvPr>
        </p:nvSpPr>
        <p:spPr>
          <a:xfrm>
            <a:off x="7851925" y="39705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123" name="Google Shape;123;p11"/>
          <p:cNvSpPr txBox="1">
            <a:spLocks noGrp="1"/>
          </p:cNvSpPr>
          <p:nvPr>
            <p:ph type="subTitle" idx="2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body and image - Alt 1">
  <p:cSld name="BLANK_1_1_1_1_1_1_1_1_1_1_1_1">
    <p:spTree>
      <p:nvGrpSpPr>
        <p:cNvPr id="1"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t="21452"/>
          <a:stretch/>
        </p:blipFill>
        <p:spPr>
          <a:xfrm>
            <a:off x="4061100" y="0"/>
            <a:ext cx="4136100" cy="3248727"/>
          </a:xfrm>
          <a:prstGeom prst="rect">
            <a:avLst/>
          </a:prstGeom>
          <a:noFill/>
          <a:ln>
            <a:noFill/>
          </a:ln>
        </p:spPr>
      </p:pic>
      <p:sp>
        <p:nvSpPr>
          <p:cNvPr id="126" name="Google Shape;126;p12"/>
          <p:cNvSpPr/>
          <p:nvPr/>
        </p:nvSpPr>
        <p:spPr>
          <a:xfrm rot="-5400000" flipH="1">
            <a:off x="5143020" y="1161600"/>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avLst/>
            <a:gdLst/>
            <a:ahLst/>
            <a:cxnLst/>
            <a:rect l="l" t="t" r="r" b="b"/>
            <a:pathLst>
              <a:path w="124161" h="160734" extrusionOk="0">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28" name="Google Shape;128;p12"/>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130" name="Google Shape;130;p12"/>
          <p:cNvSpPr>
            <a:spLocks noGrp="1"/>
          </p:cNvSpPr>
          <p:nvPr>
            <p:ph type="pic" idx="2"/>
          </p:nvPr>
        </p:nvSpPr>
        <p:spPr>
          <a:xfrm>
            <a:off x="5212300" y="460300"/>
            <a:ext cx="3702900" cy="4136100"/>
          </a:xfrm>
          <a:prstGeom prst="roundRect">
            <a:avLst>
              <a:gd name="adj" fmla="val 6865"/>
            </a:avLst>
          </a:prstGeom>
          <a:noFill/>
          <a:ln>
            <a:noFill/>
          </a:ln>
        </p:spPr>
      </p:sp>
      <p:sp>
        <p:nvSpPr>
          <p:cNvPr id="131" name="Google Shape;131;p12"/>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32" name="Google Shape;132;p12"/>
          <p:cNvSpPr/>
          <p:nvPr/>
        </p:nvSpPr>
        <p:spPr>
          <a:xfrm>
            <a:off x="7766436" y="148752"/>
            <a:ext cx="1377568" cy="2421760"/>
          </a:xfrm>
          <a:custGeom>
            <a:avLst/>
            <a:gdLst/>
            <a:ahLst/>
            <a:cxnLst/>
            <a:rect l="l" t="t" r="r" b="b"/>
            <a:pathLst>
              <a:path w="43049" h="75680" extrusionOk="0">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body and image - Alt 2">
  <p:cSld name="BLANK_1_1_1_1_1_1_1_1_1_1_1_1_2">
    <p:spTree>
      <p:nvGrpSpPr>
        <p:cNvPr id="1"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name="adj1" fmla="val 10792592"/>
              <a:gd name="adj2" fmla="val 16198514"/>
            </a:avLst>
          </a:prstGeom>
          <a:gradFill>
            <a:gsLst>
              <a:gs pos="0">
                <a:schemeClr val="accent1"/>
              </a:gs>
              <a:gs pos="50000">
                <a:schemeClr val="dk2"/>
              </a:gs>
              <a:gs pos="100000">
                <a:schemeClr val="dk2"/>
              </a:gs>
            </a:gsLst>
            <a:path path="circle">
              <a:fillToRect l="100000" b="100000"/>
            </a:path>
            <a:tileRect t="-100000" r="-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l="150" b="34692"/>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avLst/>
            <a:gdLst/>
            <a:ahLst/>
            <a:cxnLst/>
            <a:rect l="l" t="t" r="r" b="b"/>
            <a:pathLst>
              <a:path w="140792" h="103287" extrusionOk="0">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40" name="Google Shape;140;p13"/>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142" name="Google Shape;142;p13"/>
          <p:cNvSpPr>
            <a:spLocks noGrp="1"/>
          </p:cNvSpPr>
          <p:nvPr>
            <p:ph type="pic" idx="2"/>
          </p:nvPr>
        </p:nvSpPr>
        <p:spPr>
          <a:xfrm>
            <a:off x="5212300" y="460300"/>
            <a:ext cx="3702900" cy="4136100"/>
          </a:xfrm>
          <a:prstGeom prst="roundRect">
            <a:avLst>
              <a:gd name="adj" fmla="val 6865"/>
            </a:avLst>
          </a:prstGeom>
          <a:noFill/>
          <a:ln>
            <a:noFill/>
          </a:ln>
        </p:spPr>
      </p:sp>
      <p:sp>
        <p:nvSpPr>
          <p:cNvPr id="143" name="Google Shape;143;p13"/>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44" name="Google Shape;144;p13"/>
          <p:cNvSpPr/>
          <p:nvPr/>
        </p:nvSpPr>
        <p:spPr>
          <a:xfrm>
            <a:off x="7305660" y="0"/>
            <a:ext cx="1838336" cy="1509728"/>
          </a:xfrm>
          <a:custGeom>
            <a:avLst/>
            <a:gdLst/>
            <a:ahLst/>
            <a:cxnLst/>
            <a:rect l="l" t="t" r="r" b="b"/>
            <a:pathLst>
              <a:path w="57448" h="47179" extrusionOk="0">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image - Alt 3">
  <p:cSld name="BLANK_1_1_1_1_1_1_1_1_1_1_1_1_2_1">
    <p:spTree>
      <p:nvGrpSpPr>
        <p:cNvPr id="1"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r="37757"/>
          <a:stretch/>
        </p:blipFill>
        <p:spPr>
          <a:xfrm rot="10800000">
            <a:off x="0" y="921550"/>
            <a:ext cx="2485250" cy="3992800"/>
          </a:xfrm>
          <a:prstGeom prst="rect">
            <a:avLst/>
          </a:prstGeom>
          <a:noFill/>
          <a:ln>
            <a:noFill/>
          </a:ln>
        </p:spPr>
      </p:pic>
      <p:sp>
        <p:nvSpPr>
          <p:cNvPr id="151" name="Google Shape;151;p14"/>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a:spLocks noGrp="1"/>
          </p:cNvSpPr>
          <p:nvPr>
            <p:ph type="body" idx="1"/>
          </p:nvPr>
        </p:nvSpPr>
        <p:spPr>
          <a:xfrm>
            <a:off x="461895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153" name="Google Shape;153;p14"/>
          <p:cNvSpPr txBox="1">
            <a:spLocks noGrp="1"/>
          </p:cNvSpPr>
          <p:nvPr>
            <p:ph type="title"/>
          </p:nvPr>
        </p:nvSpPr>
        <p:spPr>
          <a:xfrm>
            <a:off x="461895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54" name="Google Shape;154;p14"/>
          <p:cNvSpPr/>
          <p:nvPr/>
        </p:nvSpPr>
        <p:spPr>
          <a:xfrm>
            <a:off x="0" y="0"/>
            <a:ext cx="4296549" cy="4588647"/>
          </a:xfrm>
          <a:custGeom>
            <a:avLst/>
            <a:gdLst/>
            <a:ahLst/>
            <a:cxnLst/>
            <a:rect l="l" t="t" r="r" b="b"/>
            <a:pathLst>
              <a:path w="136811" h="146112" extrusionOk="0">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55" name="Google Shape;155;p14"/>
          <p:cNvSpPr>
            <a:spLocks noGrp="1"/>
          </p:cNvSpPr>
          <p:nvPr>
            <p:ph type="pic" idx="2"/>
          </p:nvPr>
        </p:nvSpPr>
        <p:spPr>
          <a:xfrm>
            <a:off x="313800" y="460300"/>
            <a:ext cx="3702900" cy="4136100"/>
          </a:xfrm>
          <a:prstGeom prst="roundRect">
            <a:avLst>
              <a:gd name="adj" fmla="val 6865"/>
            </a:avLst>
          </a:prstGeom>
          <a:noFill/>
          <a:ln>
            <a:noFill/>
          </a:ln>
        </p:spPr>
      </p:sp>
      <p:sp>
        <p:nvSpPr>
          <p:cNvPr id="156" name="Google Shape;156;p14"/>
          <p:cNvSpPr/>
          <p:nvPr/>
        </p:nvSpPr>
        <p:spPr>
          <a:xfrm>
            <a:off x="-1692" y="0"/>
            <a:ext cx="1834577" cy="1066372"/>
          </a:xfrm>
          <a:custGeom>
            <a:avLst/>
            <a:gdLst/>
            <a:ahLst/>
            <a:cxnLst/>
            <a:rect l="l" t="t" r="r" b="b"/>
            <a:pathLst>
              <a:path w="59978" h="34863" extrusionOk="0">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2_1_1">
    <p:spTree>
      <p:nvGrpSpPr>
        <p:cNvPr id="1"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avLst/>
            <a:gdLst/>
            <a:ahLst/>
            <a:cxnLst/>
            <a:rect l="l" t="t" r="r" b="b"/>
            <a:pathLst>
              <a:path w="121072" h="76200" extrusionOk="0">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Nunito Sans"/>
              <a:ea typeface="Nunito Sans"/>
              <a:cs typeface="Nunito Sans"/>
              <a:sym typeface="Nunito Sans"/>
            </a:endParaRPr>
          </a:p>
        </p:txBody>
      </p:sp>
      <p:sp>
        <p:nvSpPr>
          <p:cNvPr id="164" name="Google Shape;164;p15"/>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Clr>
                <a:schemeClr val="dk1"/>
              </a:buClr>
              <a:buSzPts val="1200"/>
              <a:buFont typeface="Nunito Sans"/>
              <a:buChar char="●"/>
              <a:defRPr/>
            </a:lvl1pPr>
            <a:lvl2pPr marL="914400" lvl="1" indent="-304800">
              <a:spcBef>
                <a:spcPts val="800"/>
              </a:spcBef>
              <a:spcAft>
                <a:spcPts val="0"/>
              </a:spcAft>
              <a:buClr>
                <a:schemeClr val="dk1"/>
              </a:buClr>
              <a:buSzPts val="1200"/>
              <a:buFont typeface="Nunito Sans"/>
              <a:buChar char="○"/>
              <a:defRPr/>
            </a:lvl2pPr>
            <a:lvl3pPr marL="1371600" lvl="2" indent="-304800">
              <a:spcBef>
                <a:spcPts val="800"/>
              </a:spcBef>
              <a:spcAft>
                <a:spcPts val="0"/>
              </a:spcAft>
              <a:buClr>
                <a:schemeClr val="dk1"/>
              </a:buClr>
              <a:buSzPts val="1200"/>
              <a:buFont typeface="Nunito Sans"/>
              <a:buChar char="■"/>
              <a:defRPr/>
            </a:lvl3pPr>
            <a:lvl4pPr marL="1828800" lvl="3" indent="-304800">
              <a:spcBef>
                <a:spcPts val="800"/>
              </a:spcBef>
              <a:spcAft>
                <a:spcPts val="0"/>
              </a:spcAft>
              <a:buClr>
                <a:schemeClr val="dk1"/>
              </a:buClr>
              <a:buSzPts val="1200"/>
              <a:buFont typeface="Nunito Sans"/>
              <a:buChar char="●"/>
              <a:defRPr/>
            </a:lvl4pPr>
            <a:lvl5pPr marL="2286000" lvl="4" indent="-304800">
              <a:spcBef>
                <a:spcPts val="800"/>
              </a:spcBef>
              <a:spcAft>
                <a:spcPts val="0"/>
              </a:spcAft>
              <a:buClr>
                <a:schemeClr val="dk1"/>
              </a:buClr>
              <a:buSzPts val="1200"/>
              <a:buFont typeface="Nunito Sans"/>
              <a:buChar char="○"/>
              <a:defRPr/>
            </a:lvl5pPr>
            <a:lvl6pPr marL="2743200" lvl="5" indent="-304800">
              <a:spcBef>
                <a:spcPts val="800"/>
              </a:spcBef>
              <a:spcAft>
                <a:spcPts val="0"/>
              </a:spcAft>
              <a:buClr>
                <a:schemeClr val="dk1"/>
              </a:buClr>
              <a:buSzPts val="1200"/>
              <a:buFont typeface="Nunito Sans"/>
              <a:buChar char="■"/>
              <a:defRPr/>
            </a:lvl6pPr>
            <a:lvl7pPr marL="3200400" lvl="6" indent="-304800">
              <a:spcBef>
                <a:spcPts val="800"/>
              </a:spcBef>
              <a:spcAft>
                <a:spcPts val="0"/>
              </a:spcAft>
              <a:buClr>
                <a:schemeClr val="dk1"/>
              </a:buClr>
              <a:buSzPts val="1200"/>
              <a:buFont typeface="Nunito Sans"/>
              <a:buChar char="●"/>
              <a:defRPr/>
            </a:lvl7pPr>
            <a:lvl8pPr marL="3657600" lvl="7" indent="-304800">
              <a:spcBef>
                <a:spcPts val="800"/>
              </a:spcBef>
              <a:spcAft>
                <a:spcPts val="0"/>
              </a:spcAft>
              <a:buClr>
                <a:schemeClr val="dk1"/>
              </a:buClr>
              <a:buSzPts val="1200"/>
              <a:buFont typeface="Nunito Sans"/>
              <a:buChar char="○"/>
              <a:defRPr/>
            </a:lvl8pPr>
            <a:lvl9pPr marL="4114800" lvl="8" indent="-304800">
              <a:spcBef>
                <a:spcPts val="800"/>
              </a:spcBef>
              <a:spcAft>
                <a:spcPts val="800"/>
              </a:spcAft>
              <a:buClr>
                <a:schemeClr val="dk1"/>
              </a:buClr>
              <a:buSzPts val="1200"/>
              <a:buFont typeface="Nunito Sans"/>
              <a:buChar char="■"/>
              <a:defRPr/>
            </a:lvl9pPr>
          </a:lstStyle>
          <a:p>
            <a:endParaRPr/>
          </a:p>
        </p:txBody>
      </p:sp>
      <p:sp>
        <p:nvSpPr>
          <p:cNvPr id="165" name="Google Shape;165;p15"/>
          <p:cNvSpPr>
            <a:spLocks noGrp="1"/>
          </p:cNvSpPr>
          <p:nvPr>
            <p:ph type="pic" idx="2"/>
          </p:nvPr>
        </p:nvSpPr>
        <p:spPr>
          <a:xfrm>
            <a:off x="5212300" y="460300"/>
            <a:ext cx="3702900" cy="4136100"/>
          </a:xfrm>
          <a:prstGeom prst="roundRect">
            <a:avLst>
              <a:gd name="adj" fmla="val 6865"/>
            </a:avLst>
          </a:prstGeom>
          <a:noFill/>
          <a:ln>
            <a:noFill/>
          </a:ln>
        </p:spPr>
      </p:sp>
      <p:sp>
        <p:nvSpPr>
          <p:cNvPr id="166" name="Google Shape;166;p15"/>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67" name="Google Shape;167;p15"/>
          <p:cNvSpPr/>
          <p:nvPr/>
        </p:nvSpPr>
        <p:spPr>
          <a:xfrm>
            <a:off x="4680310" y="3856552"/>
            <a:ext cx="2576544" cy="1302560"/>
          </a:xfrm>
          <a:custGeom>
            <a:avLst/>
            <a:gdLst/>
            <a:ahLst/>
            <a:cxnLst/>
            <a:rect l="l" t="t" r="r" b="b"/>
            <a:pathLst>
              <a:path w="80517" h="40705" extrusionOk="0">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big ideas - Alt 1">
  <p:cSld name="BLANK_1_1_1_1_1_1_1_1_1_1_1_1_1_1">
    <p:spTree>
      <p:nvGrpSpPr>
        <p:cNvPr id="1" name="Shape 170"/>
        <p:cNvGrpSpPr/>
        <p:nvPr/>
      </p:nvGrpSpPr>
      <p:grpSpPr>
        <a:xfrm>
          <a:off x="0" y="0"/>
          <a:ext cx="0" cy="0"/>
          <a:chOff x="0" y="0"/>
          <a:chExt cx="0" cy="0"/>
        </a:xfrm>
      </p:grpSpPr>
      <p:sp>
        <p:nvSpPr>
          <p:cNvPr id="171" name="Google Shape;171;p16"/>
          <p:cNvSpPr txBox="1">
            <a:spLocks noGrp="1"/>
          </p:cNvSpPr>
          <p:nvPr>
            <p:ph type="subTitle" idx="1"/>
          </p:nvPr>
        </p:nvSpPr>
        <p:spPr>
          <a:xfrm>
            <a:off x="228600"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172" name="Google Shape;172;p16"/>
          <p:cNvSpPr txBox="1">
            <a:spLocks noGrp="1"/>
          </p:cNvSpPr>
          <p:nvPr>
            <p:ph type="subTitle" idx="2"/>
          </p:nvPr>
        </p:nvSpPr>
        <p:spPr>
          <a:xfrm>
            <a:off x="3156613"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173" name="Google Shape;173;p16"/>
          <p:cNvSpPr txBox="1">
            <a:spLocks noGrp="1"/>
          </p:cNvSpPr>
          <p:nvPr>
            <p:ph type="subTitle" idx="3"/>
          </p:nvPr>
        </p:nvSpPr>
        <p:spPr>
          <a:xfrm>
            <a:off x="6084638"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174" name="Google Shape;174;p16"/>
          <p:cNvSpPr txBox="1">
            <a:spLocks noGrp="1"/>
          </p:cNvSpPr>
          <p:nvPr>
            <p:ph type="body" idx="4"/>
          </p:nvPr>
        </p:nvSpPr>
        <p:spPr>
          <a:xfrm>
            <a:off x="228600" y="3133800"/>
            <a:ext cx="2834700" cy="722100"/>
          </a:xfrm>
          <a:prstGeom prst="rect">
            <a:avLst/>
          </a:prstGeom>
        </p:spPr>
        <p:txBody>
          <a:bodyPr spcFirstLastPara="1" wrap="square" lIns="274300" tIns="91425" rIns="274300" bIns="91425" anchor="t" anchorCtr="0">
            <a:noAutofit/>
          </a:bodyPr>
          <a:lstStyle>
            <a:lvl1pPr marL="457200" lvl="0" indent="-292100">
              <a:spcBef>
                <a:spcPts val="0"/>
              </a:spcBef>
              <a:spcAft>
                <a:spcPts val="0"/>
              </a:spcAft>
              <a:buSzPts val="1000"/>
              <a:buFont typeface="Nunito Sans"/>
              <a:buChar char="●"/>
              <a:defRPr sz="1000"/>
            </a:lvl1pPr>
            <a:lvl2pPr marL="914400" lvl="1" indent="-292100">
              <a:spcBef>
                <a:spcPts val="800"/>
              </a:spcBef>
              <a:spcAft>
                <a:spcPts val="0"/>
              </a:spcAft>
              <a:buSzPts val="1000"/>
              <a:buFont typeface="Nunito Sans"/>
              <a:buChar char="○"/>
              <a:defRPr sz="1000"/>
            </a:lvl2pPr>
            <a:lvl3pPr marL="1371600" lvl="2" indent="-292100">
              <a:spcBef>
                <a:spcPts val="800"/>
              </a:spcBef>
              <a:spcAft>
                <a:spcPts val="0"/>
              </a:spcAft>
              <a:buSzPts val="1000"/>
              <a:buFont typeface="Nunito Sans"/>
              <a:buChar char="■"/>
              <a:defRPr sz="1000"/>
            </a:lvl3pPr>
            <a:lvl4pPr marL="1828800" lvl="3" indent="-292100">
              <a:spcBef>
                <a:spcPts val="800"/>
              </a:spcBef>
              <a:spcAft>
                <a:spcPts val="0"/>
              </a:spcAft>
              <a:buSzPts val="1000"/>
              <a:buFont typeface="Nunito Sans"/>
              <a:buChar char="●"/>
              <a:defRPr sz="1000"/>
            </a:lvl4pPr>
            <a:lvl5pPr marL="2286000" lvl="4" indent="-292100">
              <a:spcBef>
                <a:spcPts val="800"/>
              </a:spcBef>
              <a:spcAft>
                <a:spcPts val="0"/>
              </a:spcAft>
              <a:buSzPts val="1000"/>
              <a:buFont typeface="Nunito Sans"/>
              <a:buChar char="○"/>
              <a:defRPr sz="1000"/>
            </a:lvl5pPr>
            <a:lvl6pPr marL="2743200" lvl="5" indent="-292100">
              <a:spcBef>
                <a:spcPts val="800"/>
              </a:spcBef>
              <a:spcAft>
                <a:spcPts val="0"/>
              </a:spcAft>
              <a:buSzPts val="1000"/>
              <a:buFont typeface="Nunito Sans"/>
              <a:buChar char="■"/>
              <a:defRPr sz="1000"/>
            </a:lvl6pPr>
            <a:lvl7pPr marL="3200400" lvl="6" indent="-292100">
              <a:spcBef>
                <a:spcPts val="800"/>
              </a:spcBef>
              <a:spcAft>
                <a:spcPts val="0"/>
              </a:spcAft>
              <a:buSzPts val="1000"/>
              <a:buFont typeface="Nunito Sans"/>
              <a:buChar char="●"/>
              <a:defRPr sz="1000"/>
            </a:lvl7pPr>
            <a:lvl8pPr marL="3657600" lvl="7" indent="-292100">
              <a:spcBef>
                <a:spcPts val="800"/>
              </a:spcBef>
              <a:spcAft>
                <a:spcPts val="0"/>
              </a:spcAft>
              <a:buSzPts val="1000"/>
              <a:buFont typeface="Nunito Sans"/>
              <a:buChar char="○"/>
              <a:defRPr sz="1000"/>
            </a:lvl8pPr>
            <a:lvl9pPr marL="4114800" lvl="8" indent="-292100">
              <a:spcBef>
                <a:spcPts val="800"/>
              </a:spcBef>
              <a:spcAft>
                <a:spcPts val="800"/>
              </a:spcAft>
              <a:buSzPts val="1000"/>
              <a:buFont typeface="Nunito Sans"/>
              <a:buChar char="■"/>
              <a:defRPr sz="1000"/>
            </a:lvl9pPr>
          </a:lstStyle>
          <a:p>
            <a:endParaRPr/>
          </a:p>
        </p:txBody>
      </p:sp>
      <p:sp>
        <p:nvSpPr>
          <p:cNvPr id="175" name="Google Shape;175;p16"/>
          <p:cNvSpPr txBox="1">
            <a:spLocks noGrp="1"/>
          </p:cNvSpPr>
          <p:nvPr>
            <p:ph type="body" idx="5"/>
          </p:nvPr>
        </p:nvSpPr>
        <p:spPr>
          <a:xfrm>
            <a:off x="3156613" y="3133800"/>
            <a:ext cx="2834700" cy="722100"/>
          </a:xfrm>
          <a:prstGeom prst="rect">
            <a:avLst/>
          </a:prstGeom>
        </p:spPr>
        <p:txBody>
          <a:bodyPr spcFirstLastPara="1" wrap="square" lIns="274300" tIns="91425" rIns="274300" bIns="91425" anchor="t" anchorCtr="0">
            <a:no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800"/>
              </a:spcBef>
              <a:spcAft>
                <a:spcPts val="0"/>
              </a:spcAft>
              <a:buClr>
                <a:schemeClr val="dk1"/>
              </a:buClr>
              <a:buSzPts val="1000"/>
              <a:buFont typeface="Nunito Sans"/>
              <a:buChar char="○"/>
              <a:defRPr sz="1000"/>
            </a:lvl2pPr>
            <a:lvl3pPr marL="1371600" lvl="2" indent="-292100">
              <a:lnSpc>
                <a:spcPct val="115000"/>
              </a:lnSpc>
              <a:spcBef>
                <a:spcPts val="800"/>
              </a:spcBef>
              <a:spcAft>
                <a:spcPts val="0"/>
              </a:spcAft>
              <a:buClr>
                <a:schemeClr val="dk1"/>
              </a:buClr>
              <a:buSzPts val="1000"/>
              <a:buFont typeface="Nunito Sans"/>
              <a:buChar char="■"/>
              <a:defRPr sz="1000"/>
            </a:lvl3pPr>
            <a:lvl4pPr marL="1828800" lvl="3" indent="-292100">
              <a:lnSpc>
                <a:spcPct val="115000"/>
              </a:lnSpc>
              <a:spcBef>
                <a:spcPts val="800"/>
              </a:spcBef>
              <a:spcAft>
                <a:spcPts val="0"/>
              </a:spcAft>
              <a:buClr>
                <a:schemeClr val="dk1"/>
              </a:buClr>
              <a:buSzPts val="1000"/>
              <a:buFont typeface="Nunito Sans"/>
              <a:buChar char="●"/>
              <a:defRPr sz="1000"/>
            </a:lvl4pPr>
            <a:lvl5pPr marL="2286000" lvl="4" indent="-292100">
              <a:lnSpc>
                <a:spcPct val="115000"/>
              </a:lnSpc>
              <a:spcBef>
                <a:spcPts val="800"/>
              </a:spcBef>
              <a:spcAft>
                <a:spcPts val="0"/>
              </a:spcAft>
              <a:buClr>
                <a:schemeClr val="dk1"/>
              </a:buClr>
              <a:buSzPts val="1000"/>
              <a:buFont typeface="Nunito Sans"/>
              <a:buChar char="○"/>
              <a:defRPr sz="1000"/>
            </a:lvl5pPr>
            <a:lvl6pPr marL="2743200" lvl="5" indent="-292100">
              <a:lnSpc>
                <a:spcPct val="115000"/>
              </a:lnSpc>
              <a:spcBef>
                <a:spcPts val="800"/>
              </a:spcBef>
              <a:spcAft>
                <a:spcPts val="0"/>
              </a:spcAft>
              <a:buClr>
                <a:schemeClr val="dk1"/>
              </a:buClr>
              <a:buSzPts val="1000"/>
              <a:buFont typeface="Nunito Sans"/>
              <a:buChar char="■"/>
              <a:defRPr sz="1000"/>
            </a:lvl6pPr>
            <a:lvl7pPr marL="3200400" lvl="6" indent="-292100">
              <a:lnSpc>
                <a:spcPct val="115000"/>
              </a:lnSpc>
              <a:spcBef>
                <a:spcPts val="800"/>
              </a:spcBef>
              <a:spcAft>
                <a:spcPts val="0"/>
              </a:spcAft>
              <a:buClr>
                <a:schemeClr val="dk1"/>
              </a:buClr>
              <a:buSzPts val="1000"/>
              <a:buFont typeface="Nunito Sans"/>
              <a:buChar char="●"/>
              <a:defRPr sz="1000"/>
            </a:lvl7pPr>
            <a:lvl8pPr marL="3657600" lvl="7" indent="-292100">
              <a:lnSpc>
                <a:spcPct val="115000"/>
              </a:lnSpc>
              <a:spcBef>
                <a:spcPts val="800"/>
              </a:spcBef>
              <a:spcAft>
                <a:spcPts val="0"/>
              </a:spcAft>
              <a:buClr>
                <a:schemeClr val="dk1"/>
              </a:buClr>
              <a:buSzPts val="1000"/>
              <a:buFont typeface="Nunito Sans"/>
              <a:buChar char="○"/>
              <a:defRPr sz="1000"/>
            </a:lvl8pPr>
            <a:lvl9pPr marL="4114800" lvl="8" indent="-292100">
              <a:lnSpc>
                <a:spcPct val="115000"/>
              </a:lnSpc>
              <a:spcBef>
                <a:spcPts val="800"/>
              </a:spcBef>
              <a:spcAft>
                <a:spcPts val="800"/>
              </a:spcAft>
              <a:buClr>
                <a:schemeClr val="dk1"/>
              </a:buClr>
              <a:buSzPts val="1000"/>
              <a:buFont typeface="Nunito Sans"/>
              <a:buChar char="■"/>
              <a:defRPr sz="1000"/>
            </a:lvl9pPr>
          </a:lstStyle>
          <a:p>
            <a:endParaRPr/>
          </a:p>
        </p:txBody>
      </p:sp>
      <p:sp>
        <p:nvSpPr>
          <p:cNvPr id="176" name="Google Shape;176;p16"/>
          <p:cNvSpPr txBox="1">
            <a:spLocks noGrp="1"/>
          </p:cNvSpPr>
          <p:nvPr>
            <p:ph type="body" idx="6"/>
          </p:nvPr>
        </p:nvSpPr>
        <p:spPr>
          <a:xfrm>
            <a:off x="6084638" y="3133800"/>
            <a:ext cx="2834700" cy="722100"/>
          </a:xfrm>
          <a:prstGeom prst="rect">
            <a:avLst/>
          </a:prstGeom>
        </p:spPr>
        <p:txBody>
          <a:bodyPr spcFirstLastPara="1" wrap="square" lIns="274300" tIns="91425" rIns="274300" bIns="91425" anchor="t" anchorCtr="0">
            <a:no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800"/>
              </a:spcBef>
              <a:spcAft>
                <a:spcPts val="0"/>
              </a:spcAft>
              <a:buClr>
                <a:schemeClr val="dk1"/>
              </a:buClr>
              <a:buSzPts val="1000"/>
              <a:buFont typeface="Nunito Sans"/>
              <a:buChar char="○"/>
              <a:defRPr sz="1000"/>
            </a:lvl2pPr>
            <a:lvl3pPr marL="1371600" lvl="2" indent="-292100">
              <a:lnSpc>
                <a:spcPct val="115000"/>
              </a:lnSpc>
              <a:spcBef>
                <a:spcPts val="800"/>
              </a:spcBef>
              <a:spcAft>
                <a:spcPts val="0"/>
              </a:spcAft>
              <a:buClr>
                <a:schemeClr val="dk1"/>
              </a:buClr>
              <a:buSzPts val="1000"/>
              <a:buFont typeface="Nunito Sans"/>
              <a:buChar char="■"/>
              <a:defRPr sz="1000"/>
            </a:lvl3pPr>
            <a:lvl4pPr marL="1828800" lvl="3" indent="-292100">
              <a:lnSpc>
                <a:spcPct val="115000"/>
              </a:lnSpc>
              <a:spcBef>
                <a:spcPts val="800"/>
              </a:spcBef>
              <a:spcAft>
                <a:spcPts val="0"/>
              </a:spcAft>
              <a:buClr>
                <a:schemeClr val="dk1"/>
              </a:buClr>
              <a:buSzPts val="1000"/>
              <a:buFont typeface="Nunito Sans"/>
              <a:buChar char="●"/>
              <a:defRPr sz="1000"/>
            </a:lvl4pPr>
            <a:lvl5pPr marL="2286000" lvl="4" indent="-292100">
              <a:lnSpc>
                <a:spcPct val="115000"/>
              </a:lnSpc>
              <a:spcBef>
                <a:spcPts val="800"/>
              </a:spcBef>
              <a:spcAft>
                <a:spcPts val="0"/>
              </a:spcAft>
              <a:buClr>
                <a:schemeClr val="dk1"/>
              </a:buClr>
              <a:buSzPts val="1000"/>
              <a:buFont typeface="Nunito Sans"/>
              <a:buChar char="○"/>
              <a:defRPr sz="1000"/>
            </a:lvl5pPr>
            <a:lvl6pPr marL="2743200" lvl="5" indent="-292100">
              <a:lnSpc>
                <a:spcPct val="115000"/>
              </a:lnSpc>
              <a:spcBef>
                <a:spcPts val="800"/>
              </a:spcBef>
              <a:spcAft>
                <a:spcPts val="0"/>
              </a:spcAft>
              <a:buClr>
                <a:schemeClr val="dk1"/>
              </a:buClr>
              <a:buSzPts val="1000"/>
              <a:buFont typeface="Nunito Sans"/>
              <a:buChar char="■"/>
              <a:defRPr sz="1000"/>
            </a:lvl6pPr>
            <a:lvl7pPr marL="3200400" lvl="6" indent="-292100">
              <a:lnSpc>
                <a:spcPct val="115000"/>
              </a:lnSpc>
              <a:spcBef>
                <a:spcPts val="800"/>
              </a:spcBef>
              <a:spcAft>
                <a:spcPts val="0"/>
              </a:spcAft>
              <a:buClr>
                <a:schemeClr val="dk1"/>
              </a:buClr>
              <a:buSzPts val="1000"/>
              <a:buFont typeface="Nunito Sans"/>
              <a:buChar char="●"/>
              <a:defRPr sz="1000"/>
            </a:lvl7pPr>
            <a:lvl8pPr marL="3657600" lvl="7" indent="-292100">
              <a:lnSpc>
                <a:spcPct val="115000"/>
              </a:lnSpc>
              <a:spcBef>
                <a:spcPts val="800"/>
              </a:spcBef>
              <a:spcAft>
                <a:spcPts val="0"/>
              </a:spcAft>
              <a:buClr>
                <a:schemeClr val="dk1"/>
              </a:buClr>
              <a:buSzPts val="1000"/>
              <a:buFont typeface="Nunito Sans"/>
              <a:buChar char="○"/>
              <a:defRPr sz="1000"/>
            </a:lvl8pPr>
            <a:lvl9pPr marL="4114800" lvl="8" indent="-292100">
              <a:lnSpc>
                <a:spcPct val="115000"/>
              </a:lnSpc>
              <a:spcBef>
                <a:spcPts val="800"/>
              </a:spcBef>
              <a:spcAft>
                <a:spcPts val="800"/>
              </a:spcAft>
              <a:buClr>
                <a:schemeClr val="dk1"/>
              </a:buClr>
              <a:buSzPts val="1000"/>
              <a:buFont typeface="Nunito Sans"/>
              <a:buChar char="■"/>
              <a:defRPr sz="1000"/>
            </a:lvl9pPr>
          </a:lstStyle>
          <a:p>
            <a:endParaRPr/>
          </a:p>
        </p:txBody>
      </p:sp>
      <p:sp>
        <p:nvSpPr>
          <p:cNvPr id="177" name="Google Shape;177;p16"/>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178" name="Google Shape;178;p16"/>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a:spLocks noGrp="1"/>
          </p:cNvSpPr>
          <p:nvPr>
            <p:ph type="subTitle" idx="7"/>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big ideas - Alt 2">
  <p:cSld name="BLANK_1_1_1_1_2_1_2">
    <p:spTree>
      <p:nvGrpSpPr>
        <p:cNvPr id="1"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l="534" t="71891" r="13408"/>
          <a:stretch/>
        </p:blipFill>
        <p:spPr>
          <a:xfrm>
            <a:off x="4561500" y="0"/>
            <a:ext cx="4582502" cy="1496699"/>
          </a:xfrm>
          <a:prstGeom prst="rect">
            <a:avLst/>
          </a:prstGeom>
          <a:noFill/>
          <a:ln>
            <a:noFill/>
          </a:ln>
        </p:spPr>
      </p:pic>
      <p:sp>
        <p:nvSpPr>
          <p:cNvPr id="182" name="Google Shape;182;p17"/>
          <p:cNvSpPr txBox="1">
            <a:spLocks noGrp="1"/>
          </p:cNvSpPr>
          <p:nvPr>
            <p:ph type="body" idx="1"/>
          </p:nvPr>
        </p:nvSpPr>
        <p:spPr>
          <a:xfrm>
            <a:off x="3154650" y="3337800"/>
            <a:ext cx="2834700" cy="1346100"/>
          </a:xfrm>
          <a:prstGeom prst="rect">
            <a:avLst/>
          </a:prstGeom>
        </p:spPr>
        <p:txBody>
          <a:bodyPr spcFirstLastPara="1" wrap="square" lIns="91425" tIns="91425" rIns="91425" bIns="91425" anchor="t" anchorCtr="0">
            <a:spAutoFit/>
          </a:bodyPr>
          <a:lstStyle>
            <a:lvl1pPr marL="457200" lvl="0" indent="-285750">
              <a:lnSpc>
                <a:spcPct val="100000"/>
              </a:lnSpc>
              <a:spcBef>
                <a:spcPts val="0"/>
              </a:spcBef>
              <a:spcAft>
                <a:spcPts val="0"/>
              </a:spcAft>
              <a:buSzPts val="900"/>
              <a:buFont typeface="Nunito Sans"/>
              <a:buChar char="●"/>
              <a:defRPr sz="900"/>
            </a:lvl1pPr>
            <a:lvl2pPr marL="914400" lvl="1" indent="-285750">
              <a:lnSpc>
                <a:spcPct val="100000"/>
              </a:lnSpc>
              <a:spcBef>
                <a:spcPts val="0"/>
              </a:spcBef>
              <a:spcAft>
                <a:spcPts val="0"/>
              </a:spcAft>
              <a:buSzPts val="900"/>
              <a:buFont typeface="Nunito Sans"/>
              <a:buChar char="○"/>
              <a:defRPr sz="900"/>
            </a:lvl2pPr>
            <a:lvl3pPr marL="1371600" lvl="2" indent="-285750">
              <a:lnSpc>
                <a:spcPct val="100000"/>
              </a:lnSpc>
              <a:spcBef>
                <a:spcPts val="0"/>
              </a:spcBef>
              <a:spcAft>
                <a:spcPts val="0"/>
              </a:spcAft>
              <a:buSzPts val="900"/>
              <a:buFont typeface="Nunito Sans"/>
              <a:buChar char="■"/>
              <a:defRPr sz="900"/>
            </a:lvl3pPr>
            <a:lvl4pPr marL="1828800" lvl="3" indent="-285750">
              <a:lnSpc>
                <a:spcPct val="100000"/>
              </a:lnSpc>
              <a:spcBef>
                <a:spcPts val="0"/>
              </a:spcBef>
              <a:spcAft>
                <a:spcPts val="0"/>
              </a:spcAft>
              <a:buSzPts val="900"/>
              <a:buFont typeface="Nunito Sans"/>
              <a:buChar char="●"/>
              <a:defRPr sz="900"/>
            </a:lvl4pPr>
            <a:lvl5pPr marL="2286000" lvl="4" indent="-285750">
              <a:lnSpc>
                <a:spcPct val="100000"/>
              </a:lnSpc>
              <a:spcBef>
                <a:spcPts val="0"/>
              </a:spcBef>
              <a:spcAft>
                <a:spcPts val="0"/>
              </a:spcAft>
              <a:buSzPts val="900"/>
              <a:buFont typeface="Nunito Sans"/>
              <a:buChar char="○"/>
              <a:defRPr sz="900"/>
            </a:lvl5pPr>
            <a:lvl6pPr marL="2743200" lvl="5" indent="-285750">
              <a:lnSpc>
                <a:spcPct val="100000"/>
              </a:lnSpc>
              <a:spcBef>
                <a:spcPts val="0"/>
              </a:spcBef>
              <a:spcAft>
                <a:spcPts val="0"/>
              </a:spcAft>
              <a:buSzPts val="900"/>
              <a:buFont typeface="Nunito Sans"/>
              <a:buChar char="■"/>
              <a:defRPr sz="900"/>
            </a:lvl6pPr>
            <a:lvl7pPr marL="3200400" lvl="6" indent="-285750">
              <a:lnSpc>
                <a:spcPct val="100000"/>
              </a:lnSpc>
              <a:spcBef>
                <a:spcPts val="0"/>
              </a:spcBef>
              <a:spcAft>
                <a:spcPts val="0"/>
              </a:spcAft>
              <a:buSzPts val="900"/>
              <a:buFont typeface="Nunito Sans"/>
              <a:buChar char="●"/>
              <a:defRPr sz="900"/>
            </a:lvl7pPr>
            <a:lvl8pPr marL="3657600" lvl="7" indent="-285750">
              <a:lnSpc>
                <a:spcPct val="100000"/>
              </a:lnSpc>
              <a:spcBef>
                <a:spcPts val="0"/>
              </a:spcBef>
              <a:spcAft>
                <a:spcPts val="0"/>
              </a:spcAft>
              <a:buSzPts val="900"/>
              <a:buFont typeface="Nunito Sans"/>
              <a:buChar char="○"/>
              <a:defRPr sz="900"/>
            </a:lvl8pPr>
            <a:lvl9pPr marL="4114800" lvl="8" indent="-285750">
              <a:lnSpc>
                <a:spcPct val="100000"/>
              </a:lnSpc>
              <a:spcBef>
                <a:spcPts val="0"/>
              </a:spcBef>
              <a:spcAft>
                <a:spcPts val="0"/>
              </a:spcAft>
              <a:buSzPts val="900"/>
              <a:buFont typeface="Nunito Sans"/>
              <a:buChar char="■"/>
              <a:defRPr sz="900"/>
            </a:lvl9pPr>
          </a:lstStyle>
          <a:p>
            <a:endParaRPr/>
          </a:p>
        </p:txBody>
      </p:sp>
      <p:sp>
        <p:nvSpPr>
          <p:cNvPr id="183" name="Google Shape;183;p17"/>
          <p:cNvSpPr txBox="1">
            <a:spLocks noGrp="1"/>
          </p:cNvSpPr>
          <p:nvPr>
            <p:ph type="body" idx="2"/>
          </p:nvPr>
        </p:nvSpPr>
        <p:spPr>
          <a:xfrm>
            <a:off x="228600" y="3337800"/>
            <a:ext cx="2834700" cy="1346100"/>
          </a:xfrm>
          <a:prstGeom prst="rect">
            <a:avLst/>
          </a:prstGeom>
        </p:spPr>
        <p:txBody>
          <a:bodyPr spcFirstLastPara="1" wrap="square" lIns="91425" tIns="91425" rIns="91425" bIns="91425" anchor="t" anchorCtr="0">
            <a:sp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184" name="Google Shape;184;p17"/>
          <p:cNvSpPr txBox="1">
            <a:spLocks noGrp="1"/>
          </p:cNvSpPr>
          <p:nvPr>
            <p:ph type="body" idx="3"/>
          </p:nvPr>
        </p:nvSpPr>
        <p:spPr>
          <a:xfrm>
            <a:off x="6080700" y="3337800"/>
            <a:ext cx="2834700" cy="1346100"/>
          </a:xfrm>
          <a:prstGeom prst="rect">
            <a:avLst/>
          </a:prstGeom>
        </p:spPr>
        <p:txBody>
          <a:bodyPr spcFirstLastPara="1" wrap="square" lIns="91425" tIns="91425" rIns="91425" bIns="91425" anchor="t" anchorCtr="0">
            <a:sp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185" name="Google Shape;185;p17"/>
          <p:cNvSpPr txBox="1">
            <a:spLocks noGrp="1"/>
          </p:cNvSpPr>
          <p:nvPr>
            <p:ph type="title"/>
          </p:nvPr>
        </p:nvSpPr>
        <p:spPr>
          <a:xfrm>
            <a:off x="1877050" y="1578774"/>
            <a:ext cx="3003000" cy="292500"/>
          </a:xfrm>
          <a:prstGeom prst="rect">
            <a:avLst/>
          </a:prstGeom>
        </p:spPr>
        <p:txBody>
          <a:bodyPr spcFirstLastPara="1" wrap="square" lIns="91425" tIns="91425" rIns="91425" bIns="0" anchor="t" anchorCtr="0">
            <a:spAutoFit/>
          </a:bodyPr>
          <a:lstStyle>
            <a:lvl1pPr lvl="0">
              <a:spcBef>
                <a:spcPts val="0"/>
              </a:spcBef>
              <a:spcAft>
                <a:spcPts val="0"/>
              </a:spcAft>
              <a:buNone/>
              <a:defRPr sz="1400" b="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a:endParaRPr/>
          </a:p>
        </p:txBody>
      </p:sp>
      <p:sp>
        <p:nvSpPr>
          <p:cNvPr id="186" name="Google Shape;186;p17"/>
          <p:cNvSpPr txBox="1">
            <a:spLocks noGrp="1"/>
          </p:cNvSpPr>
          <p:nvPr>
            <p:ph type="title" idx="4"/>
          </p:nvPr>
        </p:nvSpPr>
        <p:spPr>
          <a:xfrm>
            <a:off x="1877050" y="1944332"/>
            <a:ext cx="3598500" cy="742200"/>
          </a:xfrm>
          <a:prstGeom prst="rect">
            <a:avLst/>
          </a:prstGeom>
        </p:spPr>
        <p:txBody>
          <a:bodyPr spcFirstLastPara="1" wrap="square" lIns="91425" tIns="91425" rIns="91425" bIns="91425" anchor="t" anchorCtr="0">
            <a:spAutoFit/>
          </a:bodyPr>
          <a:lstStyle>
            <a:lvl1pPr lvl="0">
              <a:spcBef>
                <a:spcPts val="0"/>
              </a:spcBef>
              <a:spcAft>
                <a:spcPts val="0"/>
              </a:spcAft>
              <a:buNone/>
              <a:defRPr sz="1200" b="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a:endParaRPr/>
          </a:p>
        </p:txBody>
      </p:sp>
      <p:sp>
        <p:nvSpPr>
          <p:cNvPr id="187" name="Google Shape;187;p17"/>
          <p:cNvSpPr>
            <a:spLocks noGrp="1"/>
          </p:cNvSpPr>
          <p:nvPr>
            <p:ph type="pic" idx="5"/>
          </p:nvPr>
        </p:nvSpPr>
        <p:spPr>
          <a:xfrm>
            <a:off x="309350" y="1425725"/>
            <a:ext cx="1409700" cy="1409700"/>
          </a:xfrm>
          <a:prstGeom prst="roundRect">
            <a:avLst>
              <a:gd name="adj" fmla="val 16667"/>
            </a:avLst>
          </a:prstGeom>
          <a:noFill/>
          <a:ln>
            <a:noFill/>
          </a:ln>
        </p:spPr>
      </p:sp>
      <p:pic>
        <p:nvPicPr>
          <p:cNvPr id="188" name="Google Shape;188;p17"/>
          <p:cNvPicPr preferRelativeResize="0"/>
          <p:nvPr/>
        </p:nvPicPr>
        <p:blipFill rotWithShape="1">
          <a:blip r:embed="rId3">
            <a:alphaModFix/>
          </a:blip>
          <a:srcRect t="49683" r="49117"/>
          <a:stretch/>
        </p:blipFill>
        <p:spPr>
          <a:xfrm>
            <a:off x="7392192" y="-1"/>
            <a:ext cx="1751812" cy="1732300"/>
          </a:xfrm>
          <a:prstGeom prst="rect">
            <a:avLst/>
          </a:prstGeom>
          <a:noFill/>
          <a:ln>
            <a:noFill/>
          </a:ln>
        </p:spPr>
      </p:pic>
      <p:sp>
        <p:nvSpPr>
          <p:cNvPr id="189" name="Google Shape;189;p17"/>
          <p:cNvSpPr txBox="1">
            <a:spLocks noGrp="1"/>
          </p:cNvSpPr>
          <p:nvPr>
            <p:ph type="title" idx="6"/>
          </p:nvPr>
        </p:nvSpPr>
        <p:spPr>
          <a:xfrm>
            <a:off x="228600" y="228600"/>
            <a:ext cx="5760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a:endParaRPr/>
          </a:p>
        </p:txBody>
      </p:sp>
      <p:sp>
        <p:nvSpPr>
          <p:cNvPr id="190" name="Google Shape;190;p17"/>
          <p:cNvSpPr/>
          <p:nvPr/>
        </p:nvSpPr>
        <p:spPr>
          <a:xfrm>
            <a:off x="7302102" y="-1"/>
            <a:ext cx="1841902" cy="1572524"/>
          </a:xfrm>
          <a:custGeom>
            <a:avLst/>
            <a:gdLst/>
            <a:ahLst/>
            <a:cxnLst/>
            <a:rect l="l" t="t" r="r" b="b"/>
            <a:pathLst>
              <a:path w="65894" h="56257" extrusionOk="0">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a:spLocks noGrp="1"/>
          </p:cNvSpPr>
          <p:nvPr>
            <p:ph type="subTitle" idx="7"/>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big ideas - Alt 3">
  <p:cSld name="BLANK_1_1_1_1_1_1_1_1_1_1_1_1_1_1_2">
    <p:spTree>
      <p:nvGrpSpPr>
        <p:cNvPr id="1"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195" name="Google Shape;195;p18"/>
          <p:cNvSpPr txBox="1">
            <a:spLocks noGrp="1"/>
          </p:cNvSpPr>
          <p:nvPr>
            <p:ph type="body" idx="1"/>
          </p:nvPr>
        </p:nvSpPr>
        <p:spPr>
          <a:xfrm>
            <a:off x="1238400"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196" name="Google Shape;196;p18"/>
          <p:cNvSpPr txBox="1">
            <a:spLocks noGrp="1"/>
          </p:cNvSpPr>
          <p:nvPr>
            <p:ph type="body" idx="2"/>
          </p:nvPr>
        </p:nvSpPr>
        <p:spPr>
          <a:xfrm>
            <a:off x="2459068"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197" name="Google Shape;197;p18"/>
          <p:cNvSpPr txBox="1">
            <a:spLocks noGrp="1"/>
          </p:cNvSpPr>
          <p:nvPr>
            <p:ph type="body" idx="3"/>
          </p:nvPr>
        </p:nvSpPr>
        <p:spPr>
          <a:xfrm>
            <a:off x="3833097"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198" name="Google Shape;198;p18"/>
          <p:cNvSpPr txBox="1">
            <a:spLocks noGrp="1"/>
          </p:cNvSpPr>
          <p:nvPr>
            <p:ph type="body" idx="4"/>
          </p:nvPr>
        </p:nvSpPr>
        <p:spPr>
          <a:xfrm>
            <a:off x="5053765"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199" name="Google Shape;199;p18"/>
          <p:cNvSpPr txBox="1">
            <a:spLocks noGrp="1"/>
          </p:cNvSpPr>
          <p:nvPr>
            <p:ph type="body" idx="5"/>
          </p:nvPr>
        </p:nvSpPr>
        <p:spPr>
          <a:xfrm>
            <a:off x="6427794"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0" name="Google Shape;200;p18"/>
          <p:cNvSpPr txBox="1">
            <a:spLocks noGrp="1"/>
          </p:cNvSpPr>
          <p:nvPr>
            <p:ph type="body" idx="6"/>
          </p:nvPr>
        </p:nvSpPr>
        <p:spPr>
          <a:xfrm>
            <a:off x="7648462"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1" name="Google Shape;201;p18"/>
          <p:cNvSpPr txBox="1">
            <a:spLocks noGrp="1"/>
          </p:cNvSpPr>
          <p:nvPr>
            <p:ph type="body" idx="7"/>
          </p:nvPr>
        </p:nvSpPr>
        <p:spPr>
          <a:xfrm>
            <a:off x="6399275" y="350285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2" name="Google Shape;202;p18"/>
          <p:cNvSpPr txBox="1">
            <a:spLocks noGrp="1"/>
          </p:cNvSpPr>
          <p:nvPr>
            <p:ph type="body" idx="8"/>
          </p:nvPr>
        </p:nvSpPr>
        <p:spPr>
          <a:xfrm>
            <a:off x="6399275"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3" name="Google Shape;203;p18"/>
          <p:cNvSpPr txBox="1">
            <a:spLocks noGrp="1"/>
          </p:cNvSpPr>
          <p:nvPr>
            <p:ph type="body" idx="9"/>
          </p:nvPr>
        </p:nvSpPr>
        <p:spPr>
          <a:xfrm>
            <a:off x="3833097"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4" name="Google Shape;204;p18"/>
          <p:cNvSpPr txBox="1">
            <a:spLocks noGrp="1"/>
          </p:cNvSpPr>
          <p:nvPr>
            <p:ph type="body" idx="13"/>
          </p:nvPr>
        </p:nvSpPr>
        <p:spPr>
          <a:xfrm>
            <a:off x="3833097" y="3502850"/>
            <a:ext cx="2463900" cy="658800"/>
          </a:xfrm>
          <a:prstGeom prst="rect">
            <a:avLst/>
          </a:prstGeom>
        </p:spPr>
        <p:txBody>
          <a:bodyPr spcFirstLastPara="1" wrap="square" lIns="91425" tIns="91425" rIns="91425" bIns="91425" anchor="t" anchorCtr="0">
            <a:spAutoFit/>
          </a:bodyPr>
          <a:lstStyle>
            <a:lvl1pPr marL="457200" lvl="0" indent="-269875">
              <a:spcBef>
                <a:spcPts val="0"/>
              </a:spcBef>
              <a:spcAft>
                <a:spcPts val="0"/>
              </a:spcAft>
              <a:buSzPts val="650"/>
              <a:buFont typeface="Nunito Sans"/>
              <a:buChar char="●"/>
              <a:defRPr sz="650"/>
            </a:lvl1pPr>
            <a:lvl2pPr marL="914400" lvl="1" indent="-269875">
              <a:spcBef>
                <a:spcPts val="0"/>
              </a:spcBef>
              <a:spcAft>
                <a:spcPts val="0"/>
              </a:spcAft>
              <a:buSzPts val="650"/>
              <a:buFont typeface="Nunito Sans"/>
              <a:buChar char="○"/>
              <a:defRPr sz="650"/>
            </a:lvl2pPr>
            <a:lvl3pPr marL="1371600" lvl="2" indent="-269875">
              <a:spcBef>
                <a:spcPts val="0"/>
              </a:spcBef>
              <a:spcAft>
                <a:spcPts val="0"/>
              </a:spcAft>
              <a:buSzPts val="650"/>
              <a:buFont typeface="Nunito Sans"/>
              <a:buChar char="■"/>
              <a:defRPr sz="650"/>
            </a:lvl3pPr>
            <a:lvl4pPr marL="1828800" lvl="3" indent="-269875">
              <a:spcBef>
                <a:spcPts val="0"/>
              </a:spcBef>
              <a:spcAft>
                <a:spcPts val="0"/>
              </a:spcAft>
              <a:buSzPts val="650"/>
              <a:buFont typeface="Nunito Sans"/>
              <a:buChar char="●"/>
              <a:defRPr sz="650"/>
            </a:lvl4pPr>
            <a:lvl5pPr marL="2286000" lvl="4" indent="-269875">
              <a:spcBef>
                <a:spcPts val="0"/>
              </a:spcBef>
              <a:spcAft>
                <a:spcPts val="0"/>
              </a:spcAft>
              <a:buSzPts val="650"/>
              <a:buFont typeface="Nunito Sans"/>
              <a:buChar char="○"/>
              <a:defRPr sz="650"/>
            </a:lvl5pPr>
            <a:lvl6pPr marL="2743200" lvl="5" indent="-269875">
              <a:spcBef>
                <a:spcPts val="0"/>
              </a:spcBef>
              <a:spcAft>
                <a:spcPts val="0"/>
              </a:spcAft>
              <a:buSzPts val="650"/>
              <a:buFont typeface="Nunito Sans"/>
              <a:buChar char="■"/>
              <a:defRPr sz="650"/>
            </a:lvl6pPr>
            <a:lvl7pPr marL="3200400" lvl="6" indent="-269875">
              <a:spcBef>
                <a:spcPts val="0"/>
              </a:spcBef>
              <a:spcAft>
                <a:spcPts val="0"/>
              </a:spcAft>
              <a:buSzPts val="650"/>
              <a:buFont typeface="Nunito Sans"/>
              <a:buChar char="●"/>
              <a:defRPr sz="650"/>
            </a:lvl7pPr>
            <a:lvl8pPr marL="3657600" lvl="7" indent="-269875">
              <a:spcBef>
                <a:spcPts val="0"/>
              </a:spcBef>
              <a:spcAft>
                <a:spcPts val="0"/>
              </a:spcAft>
              <a:buSzPts val="650"/>
              <a:buFont typeface="Nunito Sans"/>
              <a:buChar char="○"/>
              <a:defRPr sz="650"/>
            </a:lvl8pPr>
            <a:lvl9pPr marL="4114800" lvl="8" indent="-269875">
              <a:spcBef>
                <a:spcPts val="0"/>
              </a:spcBef>
              <a:spcAft>
                <a:spcPts val="0"/>
              </a:spcAft>
              <a:buSzPts val="650"/>
              <a:buFont typeface="Nunito Sans"/>
              <a:buChar char="■"/>
              <a:defRPr sz="650"/>
            </a:lvl9pPr>
          </a:lstStyle>
          <a:p>
            <a:endParaRPr/>
          </a:p>
        </p:txBody>
      </p:sp>
      <p:sp>
        <p:nvSpPr>
          <p:cNvPr id="205" name="Google Shape;205;p18"/>
          <p:cNvSpPr txBox="1">
            <a:spLocks noGrp="1"/>
          </p:cNvSpPr>
          <p:nvPr>
            <p:ph type="body" idx="14"/>
          </p:nvPr>
        </p:nvSpPr>
        <p:spPr>
          <a:xfrm>
            <a:off x="3833097"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6" name="Google Shape;206;p18"/>
          <p:cNvSpPr txBox="1">
            <a:spLocks noGrp="1"/>
          </p:cNvSpPr>
          <p:nvPr>
            <p:ph type="body" idx="15"/>
          </p:nvPr>
        </p:nvSpPr>
        <p:spPr>
          <a:xfrm>
            <a:off x="1238400"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7" name="Google Shape;207;p18"/>
          <p:cNvSpPr txBox="1">
            <a:spLocks noGrp="1"/>
          </p:cNvSpPr>
          <p:nvPr>
            <p:ph type="body" idx="16"/>
          </p:nvPr>
        </p:nvSpPr>
        <p:spPr>
          <a:xfrm>
            <a:off x="1238400" y="350285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8" name="Google Shape;208;p18"/>
          <p:cNvSpPr txBox="1">
            <a:spLocks noGrp="1"/>
          </p:cNvSpPr>
          <p:nvPr>
            <p:ph type="body" idx="17"/>
          </p:nvPr>
        </p:nvSpPr>
        <p:spPr>
          <a:xfrm>
            <a:off x="1238400"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09" name="Google Shape;209;p18"/>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210" name="Google Shape;210;p18"/>
          <p:cNvSpPr txBox="1">
            <a:spLocks noGrp="1"/>
          </p:cNvSpPr>
          <p:nvPr>
            <p:ph type="title" idx="18"/>
          </p:nvPr>
        </p:nvSpPr>
        <p:spPr>
          <a:xfrm>
            <a:off x="228600" y="2817305"/>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1" name="Google Shape;211;p18"/>
          <p:cNvSpPr txBox="1">
            <a:spLocks noGrp="1"/>
          </p:cNvSpPr>
          <p:nvPr>
            <p:ph type="title" idx="19"/>
          </p:nvPr>
        </p:nvSpPr>
        <p:spPr>
          <a:xfrm>
            <a:off x="228600" y="1887327"/>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2" name="Google Shape;212;p18"/>
          <p:cNvSpPr txBox="1">
            <a:spLocks noGrp="1"/>
          </p:cNvSpPr>
          <p:nvPr>
            <p:ph type="title" idx="20"/>
          </p:nvPr>
        </p:nvSpPr>
        <p:spPr>
          <a:xfrm>
            <a:off x="228600" y="1312276"/>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3" name="Google Shape;213;p18"/>
          <p:cNvSpPr txBox="1">
            <a:spLocks noGrp="1"/>
          </p:cNvSpPr>
          <p:nvPr>
            <p:ph type="title" idx="21"/>
          </p:nvPr>
        </p:nvSpPr>
        <p:spPr>
          <a:xfrm>
            <a:off x="228600" y="924550"/>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4" name="Google Shape;214;p18"/>
          <p:cNvSpPr txBox="1">
            <a:spLocks noGrp="1"/>
          </p:cNvSpPr>
          <p:nvPr>
            <p:ph type="title" idx="22"/>
          </p:nvPr>
        </p:nvSpPr>
        <p:spPr>
          <a:xfrm>
            <a:off x="228600" y="3509306"/>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5" name="Google Shape;215;p18"/>
          <p:cNvSpPr txBox="1">
            <a:spLocks noGrp="1"/>
          </p:cNvSpPr>
          <p:nvPr>
            <p:ph type="title" idx="23"/>
          </p:nvPr>
        </p:nvSpPr>
        <p:spPr>
          <a:xfrm>
            <a:off x="228600" y="4189724"/>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16" name="Google Shape;216;p18"/>
          <p:cNvSpPr txBox="1">
            <a:spLocks noGrp="1"/>
          </p:cNvSpPr>
          <p:nvPr>
            <p:ph type="subTitle" idx="24"/>
          </p:nvPr>
        </p:nvSpPr>
        <p:spPr>
          <a:xfrm>
            <a:off x="1430832"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17" name="Google Shape;217;p18"/>
          <p:cNvSpPr txBox="1">
            <a:spLocks noGrp="1"/>
          </p:cNvSpPr>
          <p:nvPr>
            <p:ph type="subTitle" idx="25"/>
          </p:nvPr>
        </p:nvSpPr>
        <p:spPr>
          <a:xfrm>
            <a:off x="4025506"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18" name="Google Shape;218;p18"/>
          <p:cNvSpPr txBox="1">
            <a:spLocks noGrp="1"/>
          </p:cNvSpPr>
          <p:nvPr>
            <p:ph type="body" idx="26"/>
          </p:nvPr>
        </p:nvSpPr>
        <p:spPr>
          <a:xfrm>
            <a:off x="6399275"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219" name="Google Shape;219;p18"/>
          <p:cNvSpPr txBox="1">
            <a:spLocks noGrp="1"/>
          </p:cNvSpPr>
          <p:nvPr>
            <p:ph type="subTitle" idx="27"/>
          </p:nvPr>
        </p:nvSpPr>
        <p:spPr>
          <a:xfrm>
            <a:off x="6620203"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20" name="Google Shape;220;p18"/>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ersona">
  <p:cSld name="BLANK_1_1_1_1_2_1_2_1">
    <p:spTree>
      <p:nvGrpSpPr>
        <p:cNvPr id="1"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224" name="Google Shape;224;p19"/>
          <p:cNvSpPr txBox="1">
            <a:spLocks noGrp="1"/>
          </p:cNvSpPr>
          <p:nvPr>
            <p:ph type="body" idx="1"/>
          </p:nvPr>
        </p:nvSpPr>
        <p:spPr>
          <a:xfrm>
            <a:off x="6080825" y="2545247"/>
            <a:ext cx="2834700" cy="7038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225" name="Google Shape;225;p19"/>
          <p:cNvSpPr txBox="1">
            <a:spLocks noGrp="1"/>
          </p:cNvSpPr>
          <p:nvPr>
            <p:ph type="title"/>
          </p:nvPr>
        </p:nvSpPr>
        <p:spPr>
          <a:xfrm>
            <a:off x="6080825" y="222820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26" name="Google Shape;226;p19"/>
          <p:cNvSpPr txBox="1">
            <a:spLocks noGrp="1"/>
          </p:cNvSpPr>
          <p:nvPr>
            <p:ph type="body" idx="2"/>
          </p:nvPr>
        </p:nvSpPr>
        <p:spPr>
          <a:xfrm>
            <a:off x="6080825" y="3561500"/>
            <a:ext cx="2834700" cy="7038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Clr>
                <a:schemeClr val="dk1"/>
              </a:buClr>
              <a:buSzPts val="1000"/>
              <a:buFont typeface="Nunito Sans"/>
              <a:buChar char="●"/>
              <a:defRPr sz="1000"/>
            </a:lvl1pPr>
            <a:lvl2pPr marL="914400" lvl="1" indent="-292100">
              <a:spcBef>
                <a:spcPts val="0"/>
              </a:spcBef>
              <a:spcAft>
                <a:spcPts val="0"/>
              </a:spcAft>
              <a:buClr>
                <a:schemeClr val="dk1"/>
              </a:buClr>
              <a:buSzPts val="1000"/>
              <a:buFont typeface="Nunito Sans"/>
              <a:buChar char="○"/>
              <a:defRPr sz="1000"/>
            </a:lvl2pPr>
            <a:lvl3pPr marL="1371600" lvl="2" indent="-292100">
              <a:spcBef>
                <a:spcPts val="0"/>
              </a:spcBef>
              <a:spcAft>
                <a:spcPts val="0"/>
              </a:spcAft>
              <a:buClr>
                <a:schemeClr val="dk1"/>
              </a:buClr>
              <a:buSzPts val="1000"/>
              <a:buFont typeface="Nunito Sans"/>
              <a:buChar char="■"/>
              <a:defRPr sz="1000"/>
            </a:lvl3pPr>
            <a:lvl4pPr marL="1828800" lvl="3" indent="-292100">
              <a:spcBef>
                <a:spcPts val="0"/>
              </a:spcBef>
              <a:spcAft>
                <a:spcPts val="0"/>
              </a:spcAft>
              <a:buClr>
                <a:schemeClr val="dk1"/>
              </a:buClr>
              <a:buSzPts val="1000"/>
              <a:buFont typeface="Nunito Sans"/>
              <a:buChar char="●"/>
              <a:defRPr sz="1000"/>
            </a:lvl4pPr>
            <a:lvl5pPr marL="2286000" lvl="4" indent="-292100">
              <a:spcBef>
                <a:spcPts val="0"/>
              </a:spcBef>
              <a:spcAft>
                <a:spcPts val="0"/>
              </a:spcAft>
              <a:buClr>
                <a:schemeClr val="dk1"/>
              </a:buClr>
              <a:buSzPts val="1000"/>
              <a:buFont typeface="Nunito Sans"/>
              <a:buChar char="○"/>
              <a:defRPr sz="1000"/>
            </a:lvl5pPr>
            <a:lvl6pPr marL="2743200" lvl="5" indent="-292100">
              <a:spcBef>
                <a:spcPts val="0"/>
              </a:spcBef>
              <a:spcAft>
                <a:spcPts val="0"/>
              </a:spcAft>
              <a:buClr>
                <a:schemeClr val="dk1"/>
              </a:buClr>
              <a:buSzPts val="1000"/>
              <a:buFont typeface="Nunito Sans"/>
              <a:buChar char="■"/>
              <a:defRPr sz="1000"/>
            </a:lvl6pPr>
            <a:lvl7pPr marL="3200400" lvl="6" indent="-292100">
              <a:spcBef>
                <a:spcPts val="0"/>
              </a:spcBef>
              <a:spcAft>
                <a:spcPts val="0"/>
              </a:spcAft>
              <a:buClr>
                <a:schemeClr val="dk1"/>
              </a:buClr>
              <a:buSzPts val="1000"/>
              <a:buFont typeface="Nunito Sans"/>
              <a:buChar char="●"/>
              <a:defRPr sz="1000"/>
            </a:lvl7pPr>
            <a:lvl8pPr marL="3657600" lvl="7" indent="-292100">
              <a:spcBef>
                <a:spcPts val="0"/>
              </a:spcBef>
              <a:spcAft>
                <a:spcPts val="0"/>
              </a:spcAft>
              <a:buClr>
                <a:schemeClr val="dk1"/>
              </a:buClr>
              <a:buSzPts val="1000"/>
              <a:buFont typeface="Nunito Sans"/>
              <a:buChar char="○"/>
              <a:defRPr sz="1000"/>
            </a:lvl8pPr>
            <a:lvl9pPr marL="4114800" lvl="8" indent="-292100">
              <a:spcBef>
                <a:spcPts val="0"/>
              </a:spcBef>
              <a:spcAft>
                <a:spcPts val="0"/>
              </a:spcAft>
              <a:buClr>
                <a:schemeClr val="dk1"/>
              </a:buClr>
              <a:buSzPts val="1000"/>
              <a:buFont typeface="Nunito Sans"/>
              <a:buChar char="■"/>
              <a:defRPr sz="1000"/>
            </a:lvl9pPr>
          </a:lstStyle>
          <a:p>
            <a:endParaRPr/>
          </a:p>
        </p:txBody>
      </p:sp>
      <p:sp>
        <p:nvSpPr>
          <p:cNvPr id="227" name="Google Shape;227;p19"/>
          <p:cNvSpPr txBox="1">
            <a:spLocks noGrp="1"/>
          </p:cNvSpPr>
          <p:nvPr>
            <p:ph type="title" idx="3"/>
          </p:nvPr>
        </p:nvSpPr>
        <p:spPr>
          <a:xfrm>
            <a:off x="6080825" y="3244458"/>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28" name="Google Shape;228;p19"/>
          <p:cNvSpPr txBox="1">
            <a:spLocks noGrp="1"/>
          </p:cNvSpPr>
          <p:nvPr>
            <p:ph type="body" idx="4"/>
          </p:nvPr>
        </p:nvSpPr>
        <p:spPr>
          <a:xfrm>
            <a:off x="3154650" y="3026423"/>
            <a:ext cx="2834700" cy="13461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229" name="Google Shape;229;p19"/>
          <p:cNvSpPr>
            <a:spLocks noGrp="1"/>
          </p:cNvSpPr>
          <p:nvPr>
            <p:ph type="pic" idx="5"/>
          </p:nvPr>
        </p:nvSpPr>
        <p:spPr>
          <a:xfrm>
            <a:off x="309350" y="952800"/>
            <a:ext cx="2754000" cy="1634100"/>
          </a:xfrm>
          <a:prstGeom prst="roundRect">
            <a:avLst>
              <a:gd name="adj" fmla="val 16667"/>
            </a:avLst>
          </a:prstGeom>
          <a:noFill/>
          <a:ln>
            <a:noFill/>
          </a:ln>
        </p:spPr>
      </p:sp>
      <p:sp>
        <p:nvSpPr>
          <p:cNvPr id="230" name="Google Shape;230;p19"/>
          <p:cNvSpPr txBox="1">
            <a:spLocks noGrp="1"/>
          </p:cNvSpPr>
          <p:nvPr>
            <p:ph type="title" idx="6"/>
          </p:nvPr>
        </p:nvSpPr>
        <p:spPr>
          <a:xfrm>
            <a:off x="3154650" y="2709375"/>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31" name="Google Shape;231;p19"/>
          <p:cNvSpPr txBox="1">
            <a:spLocks noGrp="1"/>
          </p:cNvSpPr>
          <p:nvPr>
            <p:ph type="title" idx="7"/>
          </p:nvPr>
        </p:nvSpPr>
        <p:spPr>
          <a:xfrm>
            <a:off x="3154650" y="858000"/>
            <a:ext cx="2834700" cy="742200"/>
          </a:xfrm>
          <a:prstGeom prst="rect">
            <a:avLst/>
          </a:prstGeom>
        </p:spPr>
        <p:txBody>
          <a:bodyPr spcFirstLastPara="1" wrap="square" lIns="91425" tIns="91425" rIns="91425" bIns="91425" anchor="t" anchorCtr="0">
            <a:spAutoFit/>
          </a:bodyPr>
          <a:lstStyle>
            <a:lvl1pPr lvl="0">
              <a:lnSpc>
                <a:spcPct val="115000"/>
              </a:lnSpc>
              <a:spcBef>
                <a:spcPts val="0"/>
              </a:spcBef>
              <a:spcAft>
                <a:spcPts val="0"/>
              </a:spcAft>
              <a:buNone/>
              <a:defRPr sz="1400" b="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a:endParaRPr/>
          </a:p>
        </p:txBody>
      </p:sp>
      <p:sp>
        <p:nvSpPr>
          <p:cNvPr id="232" name="Google Shape;232;p19"/>
          <p:cNvSpPr txBox="1">
            <a:spLocks noGrp="1"/>
          </p:cNvSpPr>
          <p:nvPr>
            <p:ph type="title" idx="8"/>
          </p:nvPr>
        </p:nvSpPr>
        <p:spPr>
          <a:xfrm>
            <a:off x="228600" y="228600"/>
            <a:ext cx="5760600" cy="6522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a:endParaRPr/>
          </a:p>
        </p:txBody>
      </p:sp>
      <p:sp>
        <p:nvSpPr>
          <p:cNvPr id="233" name="Google Shape;233;p19"/>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a:spLocks noGrp="1"/>
          </p:cNvSpPr>
          <p:nvPr>
            <p:ph type="title" idx="9"/>
          </p:nvPr>
        </p:nvSpPr>
        <p:spPr>
          <a:xfrm>
            <a:off x="6080825" y="858000"/>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35" name="Google Shape;235;p19"/>
          <p:cNvSpPr txBox="1">
            <a:spLocks noGrp="1"/>
          </p:cNvSpPr>
          <p:nvPr>
            <p:ph type="subTitle" idx="1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ersona - Alt 1">
  <p:cSld name="BLANK_1_1_1_1_2_1_2_1_1">
    <p:spTree>
      <p:nvGrpSpPr>
        <p:cNvPr id="1"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238" name="Google Shape;238;p20"/>
          <p:cNvSpPr txBox="1">
            <a:spLocks noGrp="1"/>
          </p:cNvSpPr>
          <p:nvPr>
            <p:ph type="body" idx="1"/>
          </p:nvPr>
        </p:nvSpPr>
        <p:spPr>
          <a:xfrm>
            <a:off x="3154650" y="1167124"/>
            <a:ext cx="2834700" cy="7284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239" name="Google Shape;239;p20"/>
          <p:cNvSpPr txBox="1">
            <a:spLocks noGrp="1"/>
          </p:cNvSpPr>
          <p:nvPr>
            <p:ph type="body" idx="2"/>
          </p:nvPr>
        </p:nvSpPr>
        <p:spPr>
          <a:xfrm>
            <a:off x="228600" y="1167124"/>
            <a:ext cx="2834700" cy="7284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240" name="Google Shape;240;p20"/>
          <p:cNvSpPr txBox="1">
            <a:spLocks noGrp="1"/>
          </p:cNvSpPr>
          <p:nvPr>
            <p:ph type="title"/>
          </p:nvPr>
        </p:nvSpPr>
        <p:spPr>
          <a:xfrm>
            <a:off x="1843500" y="298423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241" name="Google Shape;241;p20"/>
          <p:cNvSpPr txBox="1">
            <a:spLocks noGrp="1"/>
          </p:cNvSpPr>
          <p:nvPr>
            <p:ph type="title" idx="3"/>
          </p:nvPr>
        </p:nvSpPr>
        <p:spPr>
          <a:xfrm>
            <a:off x="3154650" y="195568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2" name="Google Shape;242;p20"/>
          <p:cNvSpPr txBox="1">
            <a:spLocks noGrp="1"/>
          </p:cNvSpPr>
          <p:nvPr>
            <p:ph type="title" idx="4"/>
          </p:nvPr>
        </p:nvSpPr>
        <p:spPr>
          <a:xfrm>
            <a:off x="3154650"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3" name="Google Shape;243;p20"/>
          <p:cNvSpPr txBox="1">
            <a:spLocks noGrp="1"/>
          </p:cNvSpPr>
          <p:nvPr>
            <p:ph type="title" idx="5"/>
          </p:nvPr>
        </p:nvSpPr>
        <p:spPr>
          <a:xfrm>
            <a:off x="228600"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4" name="Google Shape;244;p20"/>
          <p:cNvSpPr txBox="1">
            <a:spLocks noGrp="1"/>
          </p:cNvSpPr>
          <p:nvPr>
            <p:ph type="title" idx="6"/>
          </p:nvPr>
        </p:nvSpPr>
        <p:spPr>
          <a:xfrm>
            <a:off x="6080825"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5" name="Google Shape;245;p20"/>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a:spLocks noGrp="1"/>
          </p:cNvSpPr>
          <p:nvPr>
            <p:ph type="title" idx="7"/>
          </p:nvPr>
        </p:nvSpPr>
        <p:spPr>
          <a:xfrm>
            <a:off x="6080825" y="2600385"/>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7" name="Google Shape;247;p20"/>
          <p:cNvSpPr txBox="1">
            <a:spLocks noGrp="1"/>
          </p:cNvSpPr>
          <p:nvPr>
            <p:ph type="title" idx="8"/>
          </p:nvPr>
        </p:nvSpPr>
        <p:spPr>
          <a:xfrm>
            <a:off x="228600" y="195568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8" name="Google Shape;248;p20"/>
          <p:cNvSpPr txBox="1">
            <a:spLocks noGrp="1"/>
          </p:cNvSpPr>
          <p:nvPr>
            <p:ph type="title" idx="9"/>
          </p:nvPr>
        </p:nvSpPr>
        <p:spPr>
          <a:xfrm>
            <a:off x="3154650" y="339416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49" name="Google Shape;249;p20"/>
          <p:cNvSpPr txBox="1">
            <a:spLocks noGrp="1"/>
          </p:cNvSpPr>
          <p:nvPr>
            <p:ph type="title" idx="13"/>
          </p:nvPr>
        </p:nvSpPr>
        <p:spPr>
          <a:xfrm>
            <a:off x="228600" y="339416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250" name="Google Shape;250;p20"/>
          <p:cNvSpPr txBox="1">
            <a:spLocks noGrp="1"/>
          </p:cNvSpPr>
          <p:nvPr>
            <p:ph type="title" idx="14"/>
          </p:nvPr>
        </p:nvSpPr>
        <p:spPr>
          <a:xfrm>
            <a:off x="6080825" y="1257775"/>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1" name="Google Shape;251;p20"/>
          <p:cNvSpPr txBox="1">
            <a:spLocks noGrp="1"/>
          </p:cNvSpPr>
          <p:nvPr>
            <p:ph type="title" idx="15"/>
          </p:nvPr>
        </p:nvSpPr>
        <p:spPr>
          <a:xfrm>
            <a:off x="6080825" y="1510744"/>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2" name="Google Shape;252;p20"/>
          <p:cNvSpPr txBox="1">
            <a:spLocks noGrp="1"/>
          </p:cNvSpPr>
          <p:nvPr>
            <p:ph type="title" idx="16"/>
          </p:nvPr>
        </p:nvSpPr>
        <p:spPr>
          <a:xfrm>
            <a:off x="6080825" y="1763713"/>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3" name="Google Shape;253;p20"/>
          <p:cNvSpPr txBox="1">
            <a:spLocks noGrp="1"/>
          </p:cNvSpPr>
          <p:nvPr>
            <p:ph type="title" idx="17"/>
          </p:nvPr>
        </p:nvSpPr>
        <p:spPr>
          <a:xfrm>
            <a:off x="6080825" y="2016681"/>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4" name="Google Shape;254;p20"/>
          <p:cNvSpPr txBox="1">
            <a:spLocks noGrp="1"/>
          </p:cNvSpPr>
          <p:nvPr>
            <p:ph type="title" idx="18"/>
          </p:nvPr>
        </p:nvSpPr>
        <p:spPr>
          <a:xfrm>
            <a:off x="6080825" y="2269650"/>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5" name="Google Shape;255;p20"/>
          <p:cNvSpPr txBox="1">
            <a:spLocks noGrp="1"/>
          </p:cNvSpPr>
          <p:nvPr>
            <p:ph type="title" idx="19"/>
          </p:nvPr>
        </p:nvSpPr>
        <p:spPr>
          <a:xfrm>
            <a:off x="228600" y="228600"/>
            <a:ext cx="5760600" cy="6522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a:endParaRPr/>
          </a:p>
        </p:txBody>
      </p:sp>
      <p:sp>
        <p:nvSpPr>
          <p:cNvPr id="256" name="Google Shape;256;p20"/>
          <p:cNvSpPr txBox="1">
            <a:spLocks noGrp="1"/>
          </p:cNvSpPr>
          <p:nvPr>
            <p:ph type="title" idx="20"/>
          </p:nvPr>
        </p:nvSpPr>
        <p:spPr>
          <a:xfrm>
            <a:off x="228600" y="234795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7" name="Google Shape;257;p20"/>
          <p:cNvSpPr txBox="1">
            <a:spLocks noGrp="1"/>
          </p:cNvSpPr>
          <p:nvPr>
            <p:ph type="title" idx="21"/>
          </p:nvPr>
        </p:nvSpPr>
        <p:spPr>
          <a:xfrm>
            <a:off x="1843500" y="234795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258" name="Google Shape;258;p20"/>
          <p:cNvSpPr txBox="1">
            <a:spLocks noGrp="1"/>
          </p:cNvSpPr>
          <p:nvPr>
            <p:ph type="title" idx="22"/>
          </p:nvPr>
        </p:nvSpPr>
        <p:spPr>
          <a:xfrm>
            <a:off x="228600" y="266609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59" name="Google Shape;259;p20"/>
          <p:cNvSpPr txBox="1">
            <a:spLocks noGrp="1"/>
          </p:cNvSpPr>
          <p:nvPr>
            <p:ph type="title" idx="23"/>
          </p:nvPr>
        </p:nvSpPr>
        <p:spPr>
          <a:xfrm>
            <a:off x="1843500" y="266609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260" name="Google Shape;260;p20"/>
          <p:cNvSpPr txBox="1">
            <a:spLocks noGrp="1"/>
          </p:cNvSpPr>
          <p:nvPr>
            <p:ph type="title" idx="24"/>
          </p:nvPr>
        </p:nvSpPr>
        <p:spPr>
          <a:xfrm>
            <a:off x="228600" y="298423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61" name="Google Shape;261;p20"/>
          <p:cNvSpPr txBox="1">
            <a:spLocks noGrp="1"/>
          </p:cNvSpPr>
          <p:nvPr>
            <p:ph type="title" idx="25"/>
          </p:nvPr>
        </p:nvSpPr>
        <p:spPr>
          <a:xfrm>
            <a:off x="3154713" y="234795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62" name="Google Shape;262;p20"/>
          <p:cNvSpPr txBox="1">
            <a:spLocks noGrp="1"/>
          </p:cNvSpPr>
          <p:nvPr>
            <p:ph type="title" idx="26"/>
          </p:nvPr>
        </p:nvSpPr>
        <p:spPr>
          <a:xfrm>
            <a:off x="3154713" y="266609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63" name="Google Shape;263;p20"/>
          <p:cNvSpPr txBox="1">
            <a:spLocks noGrp="1"/>
          </p:cNvSpPr>
          <p:nvPr>
            <p:ph type="title" idx="27"/>
          </p:nvPr>
        </p:nvSpPr>
        <p:spPr>
          <a:xfrm>
            <a:off x="3154713" y="298423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64" name="Google Shape;264;p20"/>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our big ideas - Alt 1">
  <p:cSld name="BLANK_1_1_1_1_1_1_1_1_1_1_1_1_1_1_1">
    <p:spTree>
      <p:nvGrpSpPr>
        <p:cNvPr id="1" name="Shape 265"/>
        <p:cNvGrpSpPr/>
        <p:nvPr/>
      </p:nvGrpSpPr>
      <p:grpSpPr>
        <a:xfrm>
          <a:off x="0" y="0"/>
          <a:ext cx="0" cy="0"/>
          <a:chOff x="0" y="0"/>
          <a:chExt cx="0" cy="0"/>
        </a:xfrm>
      </p:grpSpPr>
      <p:sp>
        <p:nvSpPr>
          <p:cNvPr id="266" name="Google Shape;266;p21"/>
          <p:cNvSpPr txBox="1">
            <a:spLocks noGrp="1"/>
          </p:cNvSpPr>
          <p:nvPr>
            <p:ph type="subTitle" idx="1"/>
          </p:nvPr>
        </p:nvSpPr>
        <p:spPr>
          <a:xfrm>
            <a:off x="228600"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67" name="Google Shape;267;p21"/>
          <p:cNvSpPr txBox="1">
            <a:spLocks noGrp="1"/>
          </p:cNvSpPr>
          <p:nvPr>
            <p:ph type="subTitle" idx="2"/>
          </p:nvPr>
        </p:nvSpPr>
        <p:spPr>
          <a:xfrm>
            <a:off x="2423700" y="1872350"/>
            <a:ext cx="20613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68" name="Google Shape;268;p21"/>
          <p:cNvSpPr txBox="1">
            <a:spLocks noGrp="1"/>
          </p:cNvSpPr>
          <p:nvPr>
            <p:ph type="subTitle" idx="3"/>
          </p:nvPr>
        </p:nvSpPr>
        <p:spPr>
          <a:xfrm>
            <a:off x="6811650"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69" name="Google Shape;269;p21"/>
          <p:cNvSpPr txBox="1">
            <a:spLocks noGrp="1"/>
          </p:cNvSpPr>
          <p:nvPr>
            <p:ph type="subTitle" idx="4"/>
          </p:nvPr>
        </p:nvSpPr>
        <p:spPr>
          <a:xfrm>
            <a:off x="4615425"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pic>
        <p:nvPicPr>
          <p:cNvPr id="270" name="Google Shape;270;p21"/>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271" name="Google Shape;271;p21"/>
          <p:cNvSpPr txBox="1">
            <a:spLocks noGrp="1"/>
          </p:cNvSpPr>
          <p:nvPr>
            <p:ph type="body" idx="5"/>
          </p:nvPr>
        </p:nvSpPr>
        <p:spPr>
          <a:xfrm>
            <a:off x="2286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272" name="Google Shape;272;p21"/>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273" name="Google Shape;273;p21"/>
          <p:cNvSpPr txBox="1">
            <a:spLocks noGrp="1"/>
          </p:cNvSpPr>
          <p:nvPr>
            <p:ph type="body" idx="6"/>
          </p:nvPr>
        </p:nvSpPr>
        <p:spPr>
          <a:xfrm>
            <a:off x="24237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274" name="Google Shape;274;p21"/>
          <p:cNvSpPr txBox="1">
            <a:spLocks noGrp="1"/>
          </p:cNvSpPr>
          <p:nvPr>
            <p:ph type="body" idx="7"/>
          </p:nvPr>
        </p:nvSpPr>
        <p:spPr>
          <a:xfrm>
            <a:off x="4618800" y="2266758"/>
            <a:ext cx="2039100" cy="722100"/>
          </a:xfrm>
          <a:prstGeom prst="rect">
            <a:avLst/>
          </a:prstGeom>
        </p:spPr>
        <p:txBody>
          <a:bodyPr spcFirstLastPara="1" wrap="square" lIns="91425" tIns="91425" rIns="91425" bIns="91425" anchor="t" anchorCtr="0">
            <a:noAutofit/>
          </a:bodyPr>
          <a:lstStyle>
            <a:lvl1pPr marL="457200" lvl="0" indent="-285750">
              <a:lnSpc>
                <a:spcPct val="100000"/>
              </a:lnSpc>
              <a:spcBef>
                <a:spcPts val="0"/>
              </a:spcBef>
              <a:spcAft>
                <a:spcPts val="0"/>
              </a:spcAft>
              <a:buClr>
                <a:schemeClr val="dk1"/>
              </a:buClr>
              <a:buSzPts val="900"/>
              <a:buFont typeface="Nunito Sans"/>
              <a:buChar char="●"/>
              <a:defRPr sz="900"/>
            </a:lvl1pPr>
            <a:lvl2pPr marL="914400" lvl="1" indent="-285750">
              <a:lnSpc>
                <a:spcPct val="100000"/>
              </a:lnSpc>
              <a:spcBef>
                <a:spcPts val="800"/>
              </a:spcBef>
              <a:spcAft>
                <a:spcPts val="0"/>
              </a:spcAft>
              <a:buClr>
                <a:schemeClr val="dk1"/>
              </a:buClr>
              <a:buSzPts val="900"/>
              <a:buFont typeface="Nunito Sans"/>
              <a:buChar char="○"/>
              <a:defRPr sz="900"/>
            </a:lvl2pPr>
            <a:lvl3pPr marL="1371600" lvl="2" indent="-285750">
              <a:lnSpc>
                <a:spcPct val="100000"/>
              </a:lnSpc>
              <a:spcBef>
                <a:spcPts val="800"/>
              </a:spcBef>
              <a:spcAft>
                <a:spcPts val="0"/>
              </a:spcAft>
              <a:buClr>
                <a:schemeClr val="dk1"/>
              </a:buClr>
              <a:buSzPts val="900"/>
              <a:buFont typeface="Nunito Sans"/>
              <a:buChar char="■"/>
              <a:defRPr sz="900"/>
            </a:lvl3pPr>
            <a:lvl4pPr marL="1828800" lvl="3" indent="-285750">
              <a:lnSpc>
                <a:spcPct val="100000"/>
              </a:lnSpc>
              <a:spcBef>
                <a:spcPts val="800"/>
              </a:spcBef>
              <a:spcAft>
                <a:spcPts val="0"/>
              </a:spcAft>
              <a:buClr>
                <a:schemeClr val="dk1"/>
              </a:buClr>
              <a:buSzPts val="900"/>
              <a:buFont typeface="Nunito Sans"/>
              <a:buChar char="●"/>
              <a:defRPr sz="900"/>
            </a:lvl4pPr>
            <a:lvl5pPr marL="2286000" lvl="4" indent="-285750">
              <a:lnSpc>
                <a:spcPct val="100000"/>
              </a:lnSpc>
              <a:spcBef>
                <a:spcPts val="800"/>
              </a:spcBef>
              <a:spcAft>
                <a:spcPts val="0"/>
              </a:spcAft>
              <a:buClr>
                <a:schemeClr val="dk1"/>
              </a:buClr>
              <a:buSzPts val="900"/>
              <a:buFont typeface="Nunito Sans"/>
              <a:buChar char="○"/>
              <a:defRPr sz="900"/>
            </a:lvl5pPr>
            <a:lvl6pPr marL="2743200" lvl="5" indent="-285750">
              <a:lnSpc>
                <a:spcPct val="100000"/>
              </a:lnSpc>
              <a:spcBef>
                <a:spcPts val="800"/>
              </a:spcBef>
              <a:spcAft>
                <a:spcPts val="0"/>
              </a:spcAft>
              <a:buClr>
                <a:schemeClr val="dk1"/>
              </a:buClr>
              <a:buSzPts val="900"/>
              <a:buFont typeface="Nunito Sans"/>
              <a:buChar char="■"/>
              <a:defRPr sz="900"/>
            </a:lvl6pPr>
            <a:lvl7pPr marL="3200400" lvl="6" indent="-285750">
              <a:lnSpc>
                <a:spcPct val="100000"/>
              </a:lnSpc>
              <a:spcBef>
                <a:spcPts val="800"/>
              </a:spcBef>
              <a:spcAft>
                <a:spcPts val="0"/>
              </a:spcAft>
              <a:buClr>
                <a:schemeClr val="dk1"/>
              </a:buClr>
              <a:buSzPts val="900"/>
              <a:buFont typeface="Nunito Sans"/>
              <a:buChar char="●"/>
              <a:defRPr sz="900"/>
            </a:lvl7pPr>
            <a:lvl8pPr marL="3657600" lvl="7" indent="-285750">
              <a:lnSpc>
                <a:spcPct val="100000"/>
              </a:lnSpc>
              <a:spcBef>
                <a:spcPts val="800"/>
              </a:spcBef>
              <a:spcAft>
                <a:spcPts val="0"/>
              </a:spcAft>
              <a:buClr>
                <a:schemeClr val="dk1"/>
              </a:buClr>
              <a:buSzPts val="900"/>
              <a:buFont typeface="Nunito Sans"/>
              <a:buChar char="○"/>
              <a:defRPr sz="900"/>
            </a:lvl8pPr>
            <a:lvl9pPr marL="4114800" lvl="8" indent="-285750">
              <a:lnSpc>
                <a:spcPct val="100000"/>
              </a:lnSpc>
              <a:spcBef>
                <a:spcPts val="800"/>
              </a:spcBef>
              <a:spcAft>
                <a:spcPts val="800"/>
              </a:spcAft>
              <a:buClr>
                <a:schemeClr val="dk1"/>
              </a:buClr>
              <a:buSzPts val="900"/>
              <a:buFont typeface="Nunito Sans"/>
              <a:buChar char="■"/>
              <a:defRPr sz="900"/>
            </a:lvl9pPr>
          </a:lstStyle>
          <a:p>
            <a:endParaRPr/>
          </a:p>
        </p:txBody>
      </p:sp>
      <p:sp>
        <p:nvSpPr>
          <p:cNvPr id="275" name="Google Shape;275;p21"/>
          <p:cNvSpPr txBox="1">
            <a:spLocks noGrp="1"/>
          </p:cNvSpPr>
          <p:nvPr>
            <p:ph type="body" idx="8"/>
          </p:nvPr>
        </p:nvSpPr>
        <p:spPr>
          <a:xfrm>
            <a:off x="68139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276" name="Google Shape;276;p21"/>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a:spLocks noGrp="1"/>
          </p:cNvSpPr>
          <p:nvPr>
            <p:ph type="subTitle" idx="9"/>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1_1_1_3">
    <p:spTree>
      <p:nvGrpSpPr>
        <p:cNvPr id="1"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280" name="Google Shape;280;p22"/>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281" name="Google Shape;281;p22"/>
          <p:cNvSpPr txBox="1">
            <a:spLocks noGrp="1"/>
          </p:cNvSpPr>
          <p:nvPr>
            <p:ph type="title" idx="2"/>
          </p:nvPr>
        </p:nvSpPr>
        <p:spPr>
          <a:xfrm>
            <a:off x="2040700" y="2971669"/>
            <a:ext cx="2758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2" name="Google Shape;282;p22"/>
          <p:cNvSpPr txBox="1">
            <a:spLocks noGrp="1"/>
          </p:cNvSpPr>
          <p:nvPr>
            <p:ph type="title" idx="3"/>
          </p:nvPr>
        </p:nvSpPr>
        <p:spPr>
          <a:xfrm>
            <a:off x="4905100" y="3259050"/>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3" name="Google Shape;283;p22"/>
          <p:cNvSpPr txBox="1">
            <a:spLocks noGrp="1"/>
          </p:cNvSpPr>
          <p:nvPr>
            <p:ph type="title" idx="4"/>
          </p:nvPr>
        </p:nvSpPr>
        <p:spPr>
          <a:xfrm>
            <a:off x="6589325" y="3591225"/>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4" name="Google Shape;284;p22"/>
          <p:cNvSpPr txBox="1">
            <a:spLocks noGrp="1"/>
          </p:cNvSpPr>
          <p:nvPr>
            <p:ph type="title" idx="5"/>
          </p:nvPr>
        </p:nvSpPr>
        <p:spPr>
          <a:xfrm>
            <a:off x="228600" y="2642422"/>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5" name="Google Shape;285;p22"/>
          <p:cNvSpPr txBox="1">
            <a:spLocks noGrp="1"/>
          </p:cNvSpPr>
          <p:nvPr>
            <p:ph type="title" idx="6"/>
          </p:nvPr>
        </p:nvSpPr>
        <p:spPr>
          <a:xfrm>
            <a:off x="22860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6" name="Google Shape;286;p22"/>
          <p:cNvSpPr txBox="1">
            <a:spLocks noGrp="1"/>
          </p:cNvSpPr>
          <p:nvPr>
            <p:ph type="title" idx="7"/>
          </p:nvPr>
        </p:nvSpPr>
        <p:spPr>
          <a:xfrm>
            <a:off x="153302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7" name="Google Shape;287;p22"/>
          <p:cNvSpPr txBox="1">
            <a:spLocks noGrp="1"/>
          </p:cNvSpPr>
          <p:nvPr>
            <p:ph type="title" idx="8"/>
          </p:nvPr>
        </p:nvSpPr>
        <p:spPr>
          <a:xfrm>
            <a:off x="283745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8" name="Google Shape;288;p22"/>
          <p:cNvSpPr txBox="1">
            <a:spLocks noGrp="1"/>
          </p:cNvSpPr>
          <p:nvPr>
            <p:ph type="title" idx="9"/>
          </p:nvPr>
        </p:nvSpPr>
        <p:spPr>
          <a:xfrm>
            <a:off x="414187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89" name="Google Shape;289;p22"/>
          <p:cNvSpPr txBox="1">
            <a:spLocks noGrp="1"/>
          </p:cNvSpPr>
          <p:nvPr>
            <p:ph type="title" idx="13"/>
          </p:nvPr>
        </p:nvSpPr>
        <p:spPr>
          <a:xfrm>
            <a:off x="544630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90" name="Google Shape;290;p22"/>
          <p:cNvSpPr txBox="1">
            <a:spLocks noGrp="1"/>
          </p:cNvSpPr>
          <p:nvPr>
            <p:ph type="title" idx="14"/>
          </p:nvPr>
        </p:nvSpPr>
        <p:spPr>
          <a:xfrm>
            <a:off x="675072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91" name="Google Shape;291;p22"/>
          <p:cNvSpPr txBox="1">
            <a:spLocks noGrp="1"/>
          </p:cNvSpPr>
          <p:nvPr>
            <p:ph type="title" idx="15"/>
          </p:nvPr>
        </p:nvSpPr>
        <p:spPr>
          <a:xfrm>
            <a:off x="805515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292" name="Google Shape;292;p22"/>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ive big ideas">
  <p:cSld name="BLANK_1_1_1_1_1_1_1_1_1_1_1_1_1_1_1_2">
    <p:bg>
      <p:bgPr>
        <a:solidFill>
          <a:schemeClr val="lt1"/>
        </a:solidFill>
        <a:effectLst/>
      </p:bgPr>
    </p:bg>
    <p:spTree>
      <p:nvGrpSpPr>
        <p:cNvPr id="1" name="Shape 294"/>
        <p:cNvGrpSpPr/>
        <p:nvPr/>
      </p:nvGrpSpPr>
      <p:grpSpPr>
        <a:xfrm>
          <a:off x="0" y="0"/>
          <a:ext cx="0" cy="0"/>
          <a:chOff x="0" y="0"/>
          <a:chExt cx="0" cy="0"/>
        </a:xfrm>
      </p:grpSpPr>
      <p:sp>
        <p:nvSpPr>
          <p:cNvPr id="295" name="Google Shape;295;p23"/>
          <p:cNvSpPr txBox="1">
            <a:spLocks noGrp="1"/>
          </p:cNvSpPr>
          <p:nvPr>
            <p:ph type="subTitle" idx="1"/>
          </p:nvPr>
        </p:nvSpPr>
        <p:spPr>
          <a:xfrm>
            <a:off x="22860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96" name="Google Shape;296;p23"/>
          <p:cNvSpPr txBox="1">
            <a:spLocks noGrp="1"/>
          </p:cNvSpPr>
          <p:nvPr>
            <p:ph type="subTitle" idx="2"/>
          </p:nvPr>
        </p:nvSpPr>
        <p:spPr>
          <a:xfrm>
            <a:off x="1971375"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97" name="Google Shape;297;p23"/>
          <p:cNvSpPr txBox="1">
            <a:spLocks noGrp="1"/>
          </p:cNvSpPr>
          <p:nvPr>
            <p:ph type="subTitle" idx="3"/>
          </p:nvPr>
        </p:nvSpPr>
        <p:spPr>
          <a:xfrm>
            <a:off x="371415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98" name="Google Shape;298;p23"/>
          <p:cNvSpPr txBox="1">
            <a:spLocks noGrp="1"/>
          </p:cNvSpPr>
          <p:nvPr>
            <p:ph type="subTitle" idx="4"/>
          </p:nvPr>
        </p:nvSpPr>
        <p:spPr>
          <a:xfrm>
            <a:off x="5456925"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299" name="Google Shape;299;p23"/>
          <p:cNvSpPr txBox="1">
            <a:spLocks noGrp="1"/>
          </p:cNvSpPr>
          <p:nvPr>
            <p:ph type="subTitle" idx="5"/>
          </p:nvPr>
        </p:nvSpPr>
        <p:spPr>
          <a:xfrm>
            <a:off x="719970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pic>
        <p:nvPicPr>
          <p:cNvPr id="300" name="Google Shape;300;p23"/>
          <p:cNvPicPr preferRelativeResize="0"/>
          <p:nvPr/>
        </p:nvPicPr>
        <p:blipFill rotWithShape="1">
          <a:blip r:embed="rId2">
            <a:alphaModFix/>
          </a:blip>
          <a:srcRect t="70460" r="33897"/>
          <a:stretch/>
        </p:blipFill>
        <p:spPr>
          <a:xfrm>
            <a:off x="5624200" y="0"/>
            <a:ext cx="3519800" cy="1572900"/>
          </a:xfrm>
          <a:prstGeom prst="rect">
            <a:avLst/>
          </a:prstGeom>
          <a:noFill/>
          <a:ln>
            <a:noFill/>
          </a:ln>
        </p:spPr>
      </p:pic>
      <p:sp>
        <p:nvSpPr>
          <p:cNvPr id="301" name="Google Shape;301;p23"/>
          <p:cNvSpPr txBox="1">
            <a:spLocks noGrp="1"/>
          </p:cNvSpPr>
          <p:nvPr>
            <p:ph type="body" idx="6"/>
          </p:nvPr>
        </p:nvSpPr>
        <p:spPr>
          <a:xfrm>
            <a:off x="1971375"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302" name="Google Shape;302;p23"/>
          <p:cNvSpPr txBox="1">
            <a:spLocks noGrp="1"/>
          </p:cNvSpPr>
          <p:nvPr>
            <p:ph type="body" idx="7"/>
          </p:nvPr>
        </p:nvSpPr>
        <p:spPr>
          <a:xfrm>
            <a:off x="3714150" y="3030250"/>
            <a:ext cx="1715400" cy="1145100"/>
          </a:xfrm>
          <a:prstGeom prst="rect">
            <a:avLst/>
          </a:prstGeom>
        </p:spPr>
        <p:txBody>
          <a:bodyPr spcFirstLastPara="1" wrap="square" lIns="91425" tIns="182875" rIns="18287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303" name="Google Shape;303;p23"/>
          <p:cNvSpPr txBox="1">
            <a:spLocks noGrp="1"/>
          </p:cNvSpPr>
          <p:nvPr>
            <p:ph type="body" idx="8"/>
          </p:nvPr>
        </p:nvSpPr>
        <p:spPr>
          <a:xfrm>
            <a:off x="5456925"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304" name="Google Shape;304;p23"/>
          <p:cNvSpPr txBox="1">
            <a:spLocks noGrp="1"/>
          </p:cNvSpPr>
          <p:nvPr>
            <p:ph type="body" idx="9"/>
          </p:nvPr>
        </p:nvSpPr>
        <p:spPr>
          <a:xfrm>
            <a:off x="228450"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305" name="Google Shape;305;p23"/>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306" name="Google Shape;306;p23"/>
          <p:cNvSpPr txBox="1">
            <a:spLocks noGrp="1"/>
          </p:cNvSpPr>
          <p:nvPr>
            <p:ph type="body" idx="13"/>
          </p:nvPr>
        </p:nvSpPr>
        <p:spPr>
          <a:xfrm>
            <a:off x="7199700"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307" name="Google Shape;307;p2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a:spLocks noGrp="1"/>
          </p:cNvSpPr>
          <p:nvPr>
            <p:ph type="subTitle" idx="14"/>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ext steps">
  <p:cSld name="BLANK_1_1_1_1_1_1_1_1_1_1_1_1_1_1_1_1_1_1_1_1_1_1">
    <p:spTree>
      <p:nvGrpSpPr>
        <p:cNvPr id="1"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l="7339" b="46245"/>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a:spLocks noGrp="1"/>
          </p:cNvSpPr>
          <p:nvPr>
            <p:ph type="title"/>
          </p:nvPr>
        </p:nvSpPr>
        <p:spPr>
          <a:xfrm>
            <a:off x="228600" y="228589"/>
            <a:ext cx="29262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a:endParaRPr/>
          </a:p>
        </p:txBody>
      </p:sp>
      <p:sp>
        <p:nvSpPr>
          <p:cNvPr id="314" name="Google Shape;314;p24"/>
          <p:cNvSpPr/>
          <p:nvPr/>
        </p:nvSpPr>
        <p:spPr>
          <a:xfrm>
            <a:off x="-4" y="1992734"/>
            <a:ext cx="3736169" cy="3157919"/>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315" name="Google Shape;315;p24"/>
          <p:cNvSpPr txBox="1">
            <a:spLocks noGrp="1"/>
          </p:cNvSpPr>
          <p:nvPr>
            <p:ph type="body" idx="1"/>
          </p:nvPr>
        </p:nvSpPr>
        <p:spPr>
          <a:xfrm>
            <a:off x="4819600" y="3701256"/>
            <a:ext cx="4095900" cy="5877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dk1"/>
              </a:buClr>
              <a:buSzPts val="1100"/>
              <a:buFont typeface="Nunito Sans"/>
              <a:buChar char="●"/>
              <a:defRPr sz="1100"/>
            </a:lvl1pPr>
            <a:lvl2pPr marL="914400" lvl="1" indent="-298450">
              <a:spcBef>
                <a:spcPts val="0"/>
              </a:spcBef>
              <a:spcAft>
                <a:spcPts val="0"/>
              </a:spcAft>
              <a:buClr>
                <a:schemeClr val="dk1"/>
              </a:buClr>
              <a:buSzPts val="1100"/>
              <a:buFont typeface="Nunito Sans"/>
              <a:buChar char="○"/>
              <a:defRPr sz="1100"/>
            </a:lvl2pPr>
            <a:lvl3pPr marL="1371600" lvl="2" indent="-298450">
              <a:spcBef>
                <a:spcPts val="0"/>
              </a:spcBef>
              <a:spcAft>
                <a:spcPts val="0"/>
              </a:spcAft>
              <a:buClr>
                <a:schemeClr val="dk1"/>
              </a:buClr>
              <a:buSzPts val="1100"/>
              <a:buFont typeface="Nunito Sans"/>
              <a:buChar char="■"/>
              <a:defRPr sz="1100"/>
            </a:lvl3pPr>
            <a:lvl4pPr marL="1828800" lvl="3" indent="-298450">
              <a:spcBef>
                <a:spcPts val="0"/>
              </a:spcBef>
              <a:spcAft>
                <a:spcPts val="0"/>
              </a:spcAft>
              <a:buClr>
                <a:schemeClr val="dk1"/>
              </a:buClr>
              <a:buSzPts val="1100"/>
              <a:buFont typeface="Nunito Sans"/>
              <a:buChar char="●"/>
              <a:defRPr sz="1100"/>
            </a:lvl4pPr>
            <a:lvl5pPr marL="2286000" lvl="4" indent="-298450">
              <a:spcBef>
                <a:spcPts val="0"/>
              </a:spcBef>
              <a:spcAft>
                <a:spcPts val="0"/>
              </a:spcAft>
              <a:buClr>
                <a:schemeClr val="dk1"/>
              </a:buClr>
              <a:buSzPts val="1100"/>
              <a:buFont typeface="Nunito Sans"/>
              <a:buChar char="○"/>
              <a:defRPr sz="1100"/>
            </a:lvl5pPr>
            <a:lvl6pPr marL="2743200" lvl="5" indent="-298450">
              <a:spcBef>
                <a:spcPts val="0"/>
              </a:spcBef>
              <a:spcAft>
                <a:spcPts val="0"/>
              </a:spcAft>
              <a:buClr>
                <a:schemeClr val="dk1"/>
              </a:buClr>
              <a:buSzPts val="1100"/>
              <a:buFont typeface="Nunito Sans"/>
              <a:buChar char="■"/>
              <a:defRPr sz="1100"/>
            </a:lvl6pPr>
            <a:lvl7pPr marL="3200400" lvl="6" indent="-298450">
              <a:spcBef>
                <a:spcPts val="0"/>
              </a:spcBef>
              <a:spcAft>
                <a:spcPts val="0"/>
              </a:spcAft>
              <a:buClr>
                <a:schemeClr val="dk1"/>
              </a:buClr>
              <a:buSzPts val="1100"/>
              <a:buFont typeface="Nunito Sans"/>
              <a:buChar char="●"/>
              <a:defRPr sz="1100"/>
            </a:lvl7pPr>
            <a:lvl8pPr marL="3657600" lvl="7" indent="-298450">
              <a:spcBef>
                <a:spcPts val="0"/>
              </a:spcBef>
              <a:spcAft>
                <a:spcPts val="0"/>
              </a:spcAft>
              <a:buClr>
                <a:schemeClr val="dk1"/>
              </a:buClr>
              <a:buSzPts val="1100"/>
              <a:buFont typeface="Nunito Sans"/>
              <a:buChar char="○"/>
              <a:defRPr sz="1100"/>
            </a:lvl8pPr>
            <a:lvl9pPr marL="4114800" lvl="8" indent="-298450">
              <a:spcBef>
                <a:spcPts val="0"/>
              </a:spcBef>
              <a:spcAft>
                <a:spcPts val="0"/>
              </a:spcAft>
              <a:buClr>
                <a:schemeClr val="dk1"/>
              </a:buClr>
              <a:buSzPts val="1100"/>
              <a:buFont typeface="Nunito Sans"/>
              <a:buChar char="■"/>
              <a:defRPr sz="1100"/>
            </a:lvl9pPr>
          </a:lstStyle>
          <a:p>
            <a:endParaRPr/>
          </a:p>
        </p:txBody>
      </p:sp>
      <p:sp>
        <p:nvSpPr>
          <p:cNvPr id="316" name="Google Shape;316;p24"/>
          <p:cNvSpPr txBox="1">
            <a:spLocks noGrp="1"/>
          </p:cNvSpPr>
          <p:nvPr>
            <p:ph type="body" idx="2"/>
          </p:nvPr>
        </p:nvSpPr>
        <p:spPr>
          <a:xfrm>
            <a:off x="4819600" y="2342406"/>
            <a:ext cx="4095900" cy="587700"/>
          </a:xfrm>
          <a:prstGeom prst="rect">
            <a:avLst/>
          </a:prstGeom>
        </p:spPr>
        <p:txBody>
          <a:bodyPr spcFirstLastPara="1" wrap="square" lIns="91425" tIns="91425" rIns="91425" bIns="91425" anchor="t" anchorCtr="0">
            <a:noAutofit/>
          </a:bodyPr>
          <a:lstStyle>
            <a:lvl1pPr marL="457200" lvl="0" indent="-298450">
              <a:lnSpc>
                <a:spcPct val="115000"/>
              </a:lnSpc>
              <a:spcBef>
                <a:spcPts val="0"/>
              </a:spcBef>
              <a:spcAft>
                <a:spcPts val="0"/>
              </a:spcAft>
              <a:buClr>
                <a:schemeClr val="dk1"/>
              </a:buClr>
              <a:buSzPts val="1100"/>
              <a:buFont typeface="Nunito Sans"/>
              <a:buChar char="●"/>
              <a:defRPr sz="1100"/>
            </a:lvl1pPr>
            <a:lvl2pPr marL="914400" lvl="1" indent="-298450">
              <a:lnSpc>
                <a:spcPct val="115000"/>
              </a:lnSpc>
              <a:spcBef>
                <a:spcPts val="0"/>
              </a:spcBef>
              <a:spcAft>
                <a:spcPts val="0"/>
              </a:spcAft>
              <a:buClr>
                <a:schemeClr val="dk1"/>
              </a:buClr>
              <a:buSzPts val="1100"/>
              <a:buFont typeface="Nunito Sans"/>
              <a:buChar char="○"/>
              <a:defRPr sz="1100"/>
            </a:lvl2pPr>
            <a:lvl3pPr marL="1371600" lvl="2" indent="-298450">
              <a:lnSpc>
                <a:spcPct val="115000"/>
              </a:lnSpc>
              <a:spcBef>
                <a:spcPts val="0"/>
              </a:spcBef>
              <a:spcAft>
                <a:spcPts val="0"/>
              </a:spcAft>
              <a:buClr>
                <a:schemeClr val="dk1"/>
              </a:buClr>
              <a:buSzPts val="1100"/>
              <a:buFont typeface="Nunito Sans"/>
              <a:buChar char="■"/>
              <a:defRPr sz="1100"/>
            </a:lvl3pPr>
            <a:lvl4pPr marL="1828800" lvl="3" indent="-298450">
              <a:lnSpc>
                <a:spcPct val="115000"/>
              </a:lnSpc>
              <a:spcBef>
                <a:spcPts val="0"/>
              </a:spcBef>
              <a:spcAft>
                <a:spcPts val="0"/>
              </a:spcAft>
              <a:buClr>
                <a:schemeClr val="dk1"/>
              </a:buClr>
              <a:buSzPts val="1100"/>
              <a:buFont typeface="Nunito Sans"/>
              <a:buChar char="●"/>
              <a:defRPr sz="1100"/>
            </a:lvl4pPr>
            <a:lvl5pPr marL="2286000" lvl="4" indent="-298450">
              <a:lnSpc>
                <a:spcPct val="115000"/>
              </a:lnSpc>
              <a:spcBef>
                <a:spcPts val="0"/>
              </a:spcBef>
              <a:spcAft>
                <a:spcPts val="0"/>
              </a:spcAft>
              <a:buClr>
                <a:schemeClr val="dk1"/>
              </a:buClr>
              <a:buSzPts val="1100"/>
              <a:buFont typeface="Nunito Sans"/>
              <a:buChar char="○"/>
              <a:defRPr sz="1100"/>
            </a:lvl5pPr>
            <a:lvl6pPr marL="2743200" lvl="5" indent="-298450">
              <a:lnSpc>
                <a:spcPct val="115000"/>
              </a:lnSpc>
              <a:spcBef>
                <a:spcPts val="0"/>
              </a:spcBef>
              <a:spcAft>
                <a:spcPts val="0"/>
              </a:spcAft>
              <a:buClr>
                <a:schemeClr val="dk1"/>
              </a:buClr>
              <a:buSzPts val="1100"/>
              <a:buFont typeface="Nunito Sans"/>
              <a:buChar char="■"/>
              <a:defRPr sz="1100"/>
            </a:lvl6pPr>
            <a:lvl7pPr marL="3200400" lvl="6" indent="-298450">
              <a:lnSpc>
                <a:spcPct val="115000"/>
              </a:lnSpc>
              <a:spcBef>
                <a:spcPts val="0"/>
              </a:spcBef>
              <a:spcAft>
                <a:spcPts val="0"/>
              </a:spcAft>
              <a:buClr>
                <a:schemeClr val="dk1"/>
              </a:buClr>
              <a:buSzPts val="1100"/>
              <a:buFont typeface="Nunito Sans"/>
              <a:buChar char="●"/>
              <a:defRPr sz="1100"/>
            </a:lvl7pPr>
            <a:lvl8pPr marL="3657600" lvl="7" indent="-298450">
              <a:lnSpc>
                <a:spcPct val="115000"/>
              </a:lnSpc>
              <a:spcBef>
                <a:spcPts val="0"/>
              </a:spcBef>
              <a:spcAft>
                <a:spcPts val="0"/>
              </a:spcAft>
              <a:buClr>
                <a:schemeClr val="dk1"/>
              </a:buClr>
              <a:buSzPts val="1100"/>
              <a:buFont typeface="Nunito Sans"/>
              <a:buChar char="○"/>
              <a:defRPr sz="1100"/>
            </a:lvl8pPr>
            <a:lvl9pPr marL="4114800" lvl="8" indent="-298450">
              <a:lnSpc>
                <a:spcPct val="115000"/>
              </a:lnSpc>
              <a:spcBef>
                <a:spcPts val="0"/>
              </a:spcBef>
              <a:spcAft>
                <a:spcPts val="0"/>
              </a:spcAft>
              <a:buClr>
                <a:schemeClr val="dk1"/>
              </a:buClr>
              <a:buSzPts val="1100"/>
              <a:buFont typeface="Nunito Sans"/>
              <a:buChar char="■"/>
              <a:defRPr sz="1100"/>
            </a:lvl9pPr>
          </a:lstStyle>
          <a:p>
            <a:endParaRPr/>
          </a:p>
        </p:txBody>
      </p:sp>
      <p:sp>
        <p:nvSpPr>
          <p:cNvPr id="317" name="Google Shape;317;p24"/>
          <p:cNvSpPr txBox="1">
            <a:spLocks noGrp="1"/>
          </p:cNvSpPr>
          <p:nvPr>
            <p:ph type="body" idx="3"/>
          </p:nvPr>
        </p:nvSpPr>
        <p:spPr>
          <a:xfrm>
            <a:off x="4819600" y="983556"/>
            <a:ext cx="4095900" cy="587700"/>
          </a:xfrm>
          <a:prstGeom prst="rect">
            <a:avLst/>
          </a:prstGeom>
        </p:spPr>
        <p:txBody>
          <a:bodyPr spcFirstLastPara="1" wrap="square" lIns="91425" tIns="91425" rIns="91425" bIns="91425" anchor="t" anchorCtr="0">
            <a:noAutofit/>
          </a:bodyPr>
          <a:lstStyle>
            <a:lvl1pPr marL="457200" lvl="0" indent="-298450">
              <a:lnSpc>
                <a:spcPct val="115000"/>
              </a:lnSpc>
              <a:spcBef>
                <a:spcPts val="0"/>
              </a:spcBef>
              <a:spcAft>
                <a:spcPts val="0"/>
              </a:spcAft>
              <a:buClr>
                <a:schemeClr val="dk1"/>
              </a:buClr>
              <a:buSzPts val="1100"/>
              <a:buFont typeface="Nunito Sans"/>
              <a:buChar char="●"/>
              <a:defRPr sz="1100"/>
            </a:lvl1pPr>
            <a:lvl2pPr marL="914400" lvl="1" indent="-298450">
              <a:lnSpc>
                <a:spcPct val="115000"/>
              </a:lnSpc>
              <a:spcBef>
                <a:spcPts val="0"/>
              </a:spcBef>
              <a:spcAft>
                <a:spcPts val="0"/>
              </a:spcAft>
              <a:buClr>
                <a:schemeClr val="dk1"/>
              </a:buClr>
              <a:buSzPts val="1100"/>
              <a:buFont typeface="Nunito Sans"/>
              <a:buChar char="○"/>
              <a:defRPr sz="1100"/>
            </a:lvl2pPr>
            <a:lvl3pPr marL="1371600" lvl="2" indent="-298450">
              <a:lnSpc>
                <a:spcPct val="115000"/>
              </a:lnSpc>
              <a:spcBef>
                <a:spcPts val="0"/>
              </a:spcBef>
              <a:spcAft>
                <a:spcPts val="0"/>
              </a:spcAft>
              <a:buClr>
                <a:schemeClr val="dk1"/>
              </a:buClr>
              <a:buSzPts val="1100"/>
              <a:buFont typeface="Nunito Sans"/>
              <a:buChar char="■"/>
              <a:defRPr sz="1100"/>
            </a:lvl3pPr>
            <a:lvl4pPr marL="1828800" lvl="3" indent="-298450">
              <a:lnSpc>
                <a:spcPct val="115000"/>
              </a:lnSpc>
              <a:spcBef>
                <a:spcPts val="0"/>
              </a:spcBef>
              <a:spcAft>
                <a:spcPts val="0"/>
              </a:spcAft>
              <a:buClr>
                <a:schemeClr val="dk1"/>
              </a:buClr>
              <a:buSzPts val="1100"/>
              <a:buFont typeface="Nunito Sans"/>
              <a:buChar char="●"/>
              <a:defRPr sz="1100"/>
            </a:lvl4pPr>
            <a:lvl5pPr marL="2286000" lvl="4" indent="-298450">
              <a:lnSpc>
                <a:spcPct val="115000"/>
              </a:lnSpc>
              <a:spcBef>
                <a:spcPts val="0"/>
              </a:spcBef>
              <a:spcAft>
                <a:spcPts val="0"/>
              </a:spcAft>
              <a:buClr>
                <a:schemeClr val="dk1"/>
              </a:buClr>
              <a:buSzPts val="1100"/>
              <a:buFont typeface="Nunito Sans"/>
              <a:buChar char="○"/>
              <a:defRPr sz="1100"/>
            </a:lvl5pPr>
            <a:lvl6pPr marL="2743200" lvl="5" indent="-298450">
              <a:lnSpc>
                <a:spcPct val="115000"/>
              </a:lnSpc>
              <a:spcBef>
                <a:spcPts val="0"/>
              </a:spcBef>
              <a:spcAft>
                <a:spcPts val="0"/>
              </a:spcAft>
              <a:buClr>
                <a:schemeClr val="dk1"/>
              </a:buClr>
              <a:buSzPts val="1100"/>
              <a:buFont typeface="Nunito Sans"/>
              <a:buChar char="■"/>
              <a:defRPr sz="1100"/>
            </a:lvl6pPr>
            <a:lvl7pPr marL="3200400" lvl="6" indent="-298450">
              <a:lnSpc>
                <a:spcPct val="115000"/>
              </a:lnSpc>
              <a:spcBef>
                <a:spcPts val="0"/>
              </a:spcBef>
              <a:spcAft>
                <a:spcPts val="0"/>
              </a:spcAft>
              <a:buClr>
                <a:schemeClr val="dk1"/>
              </a:buClr>
              <a:buSzPts val="1100"/>
              <a:buFont typeface="Nunito Sans"/>
              <a:buChar char="●"/>
              <a:defRPr sz="1100"/>
            </a:lvl7pPr>
            <a:lvl8pPr marL="3657600" lvl="7" indent="-298450">
              <a:lnSpc>
                <a:spcPct val="115000"/>
              </a:lnSpc>
              <a:spcBef>
                <a:spcPts val="0"/>
              </a:spcBef>
              <a:spcAft>
                <a:spcPts val="0"/>
              </a:spcAft>
              <a:buClr>
                <a:schemeClr val="dk1"/>
              </a:buClr>
              <a:buSzPts val="1100"/>
              <a:buFont typeface="Nunito Sans"/>
              <a:buChar char="○"/>
              <a:defRPr sz="1100"/>
            </a:lvl8pPr>
            <a:lvl9pPr marL="4114800" lvl="8" indent="-298450">
              <a:lnSpc>
                <a:spcPct val="115000"/>
              </a:lnSpc>
              <a:spcBef>
                <a:spcPts val="0"/>
              </a:spcBef>
              <a:spcAft>
                <a:spcPts val="0"/>
              </a:spcAft>
              <a:buClr>
                <a:schemeClr val="dk1"/>
              </a:buClr>
              <a:buSzPts val="1100"/>
              <a:buFont typeface="Nunito Sans"/>
              <a:buChar char="■"/>
              <a:defRPr sz="1100"/>
            </a:lvl9pPr>
          </a:lstStyle>
          <a:p>
            <a:endParaRPr/>
          </a:p>
        </p:txBody>
      </p:sp>
      <p:sp>
        <p:nvSpPr>
          <p:cNvPr id="318" name="Google Shape;318;p24"/>
          <p:cNvSpPr txBox="1">
            <a:spLocks noGrp="1"/>
          </p:cNvSpPr>
          <p:nvPr>
            <p:ph type="subTitle" idx="4"/>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 You Slide">
  <p:cSld name="BLANK_1_1_1_1_1_1_2">
    <p:bg>
      <p:bgPr>
        <a:solidFill>
          <a:schemeClr val="accent1"/>
        </a:solidFill>
        <a:effectLst/>
      </p:bgPr>
    </p:bg>
    <p:spTree>
      <p:nvGrpSpPr>
        <p:cNvPr id="1"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t="51307" r="54483"/>
          <a:stretch/>
        </p:blipFill>
        <p:spPr>
          <a:xfrm rot="10800000" flipH="1">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a:spLocks noGrp="1"/>
          </p:cNvSpPr>
          <p:nvPr>
            <p:ph type="title"/>
          </p:nvPr>
        </p:nvSpPr>
        <p:spPr>
          <a:xfrm>
            <a:off x="1230200" y="1930281"/>
            <a:ext cx="6683700" cy="17265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a:endParaRPr/>
          </a:p>
        </p:txBody>
      </p:sp>
      <p:sp>
        <p:nvSpPr>
          <p:cNvPr id="323" name="Google Shape;323;p25"/>
          <p:cNvSpPr txBox="1">
            <a:spLocks noGrp="1"/>
          </p:cNvSpPr>
          <p:nvPr>
            <p:ph type="subTitle" idx="1"/>
          </p:nvPr>
        </p:nvSpPr>
        <p:spPr>
          <a:xfrm>
            <a:off x="2398650" y="3194700"/>
            <a:ext cx="4346700" cy="452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324" name="Google Shape;324;p25"/>
          <p:cNvSpPr/>
          <p:nvPr/>
        </p:nvSpPr>
        <p:spPr>
          <a:xfrm flipH="1">
            <a:off x="11" y="148752"/>
            <a:ext cx="1377568" cy="2421760"/>
          </a:xfrm>
          <a:custGeom>
            <a:avLst/>
            <a:gdLst/>
            <a:ahLst/>
            <a:cxnLst/>
            <a:rect l="l" t="t" r="r" b="b"/>
            <a:pathLst>
              <a:path w="43049" h="75680" extrusionOk="0">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325" name="Google Shape;325;p25"/>
          <p:cNvSpPr txBox="1">
            <a:spLocks noGrp="1"/>
          </p:cNvSpPr>
          <p:nvPr>
            <p:ph type="body" idx="2"/>
          </p:nvPr>
        </p:nvSpPr>
        <p:spPr>
          <a:xfrm>
            <a:off x="3447988" y="3693650"/>
            <a:ext cx="2247900" cy="4002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Clr>
                <a:schemeClr val="dk2"/>
              </a:buClr>
              <a:buSzPts val="1000"/>
              <a:buFont typeface="Nunito Sans"/>
              <a:buChar char="●"/>
              <a:defRPr sz="1000">
                <a:solidFill>
                  <a:schemeClr val="dk2"/>
                </a:solidFill>
              </a:defRPr>
            </a:lvl1pPr>
            <a:lvl2pPr marL="914400" lvl="1" indent="-292100" algn="ctr">
              <a:spcBef>
                <a:spcPts val="0"/>
              </a:spcBef>
              <a:spcAft>
                <a:spcPts val="0"/>
              </a:spcAft>
              <a:buClr>
                <a:schemeClr val="dk2"/>
              </a:buClr>
              <a:buSzPts val="1000"/>
              <a:buFont typeface="Nunito Sans"/>
              <a:buChar char="○"/>
              <a:defRPr sz="1000">
                <a:solidFill>
                  <a:schemeClr val="dk2"/>
                </a:solidFill>
              </a:defRPr>
            </a:lvl2pPr>
            <a:lvl3pPr marL="1371600" lvl="2" indent="-292100" algn="ctr">
              <a:spcBef>
                <a:spcPts val="0"/>
              </a:spcBef>
              <a:spcAft>
                <a:spcPts val="0"/>
              </a:spcAft>
              <a:buClr>
                <a:schemeClr val="dk2"/>
              </a:buClr>
              <a:buSzPts val="1000"/>
              <a:buFont typeface="Nunito Sans"/>
              <a:buChar char="■"/>
              <a:defRPr sz="1000">
                <a:solidFill>
                  <a:schemeClr val="dk2"/>
                </a:solidFill>
              </a:defRPr>
            </a:lvl3pPr>
            <a:lvl4pPr marL="1828800" lvl="3" indent="-292100" algn="ctr">
              <a:spcBef>
                <a:spcPts val="0"/>
              </a:spcBef>
              <a:spcAft>
                <a:spcPts val="0"/>
              </a:spcAft>
              <a:buClr>
                <a:schemeClr val="dk2"/>
              </a:buClr>
              <a:buSzPts val="1000"/>
              <a:buFont typeface="Nunito Sans"/>
              <a:buChar char="●"/>
              <a:defRPr sz="1000">
                <a:solidFill>
                  <a:schemeClr val="dk2"/>
                </a:solidFill>
              </a:defRPr>
            </a:lvl4pPr>
            <a:lvl5pPr marL="2286000" lvl="4" indent="-292100" algn="ctr">
              <a:spcBef>
                <a:spcPts val="0"/>
              </a:spcBef>
              <a:spcAft>
                <a:spcPts val="0"/>
              </a:spcAft>
              <a:buClr>
                <a:schemeClr val="dk2"/>
              </a:buClr>
              <a:buSzPts val="1000"/>
              <a:buFont typeface="Nunito Sans"/>
              <a:buChar char="○"/>
              <a:defRPr sz="1000">
                <a:solidFill>
                  <a:schemeClr val="dk2"/>
                </a:solidFill>
              </a:defRPr>
            </a:lvl5pPr>
            <a:lvl6pPr marL="2743200" lvl="5" indent="-292100" algn="ctr">
              <a:spcBef>
                <a:spcPts val="0"/>
              </a:spcBef>
              <a:spcAft>
                <a:spcPts val="0"/>
              </a:spcAft>
              <a:buClr>
                <a:schemeClr val="dk2"/>
              </a:buClr>
              <a:buSzPts val="1000"/>
              <a:buFont typeface="Nunito Sans"/>
              <a:buChar char="■"/>
              <a:defRPr sz="1000">
                <a:solidFill>
                  <a:schemeClr val="dk2"/>
                </a:solidFill>
              </a:defRPr>
            </a:lvl6pPr>
            <a:lvl7pPr marL="3200400" lvl="6" indent="-292100" algn="ctr">
              <a:spcBef>
                <a:spcPts val="0"/>
              </a:spcBef>
              <a:spcAft>
                <a:spcPts val="0"/>
              </a:spcAft>
              <a:buClr>
                <a:schemeClr val="dk2"/>
              </a:buClr>
              <a:buSzPts val="1000"/>
              <a:buFont typeface="Nunito Sans"/>
              <a:buChar char="●"/>
              <a:defRPr sz="1000">
                <a:solidFill>
                  <a:schemeClr val="dk2"/>
                </a:solidFill>
              </a:defRPr>
            </a:lvl7pPr>
            <a:lvl8pPr marL="3657600" lvl="7" indent="-292100" algn="ctr">
              <a:spcBef>
                <a:spcPts val="0"/>
              </a:spcBef>
              <a:spcAft>
                <a:spcPts val="0"/>
              </a:spcAft>
              <a:buClr>
                <a:schemeClr val="dk2"/>
              </a:buClr>
              <a:buSzPts val="1000"/>
              <a:buFont typeface="Nunito Sans"/>
              <a:buChar char="○"/>
              <a:defRPr sz="1000">
                <a:solidFill>
                  <a:schemeClr val="dk2"/>
                </a:solidFill>
              </a:defRPr>
            </a:lvl8pPr>
            <a:lvl9pPr marL="4114800" lvl="8" indent="-292100" algn="ctr">
              <a:spcBef>
                <a:spcPts val="0"/>
              </a:spcBef>
              <a:spcAft>
                <a:spcPts val="0"/>
              </a:spcAft>
              <a:buClr>
                <a:schemeClr val="dk2"/>
              </a:buClr>
              <a:buSzPts val="1000"/>
              <a:buFont typeface="Nunito Sans"/>
              <a:buChar char="■"/>
              <a:defRPr sz="1000">
                <a:solidFill>
                  <a:schemeClr val="dk2"/>
                </a:solidFill>
              </a:defRPr>
            </a:lvl9pPr>
          </a:lstStyle>
          <a:p>
            <a:endParaRPr/>
          </a:p>
        </p:txBody>
      </p:sp>
      <p:sp>
        <p:nvSpPr>
          <p:cNvPr id="326" name="Google Shape;326;p25"/>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27"/>
        <p:cNvGrpSpPr/>
        <p:nvPr/>
      </p:nvGrpSpPr>
      <p:grpSpPr>
        <a:xfrm>
          <a:off x="0" y="0"/>
          <a:ext cx="0" cy="0"/>
          <a:chOff x="0" y="0"/>
          <a:chExt cx="0" cy="0"/>
        </a:xfrm>
      </p:grpSpPr>
      <p:sp>
        <p:nvSpPr>
          <p:cNvPr id="328" name="Google Shape;328;p2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29"/>
        <p:cNvGrpSpPr/>
        <p:nvPr/>
      </p:nvGrpSpPr>
      <p:grpSpPr>
        <a:xfrm>
          <a:off x="0" y="0"/>
          <a:ext cx="0" cy="0"/>
          <a:chOff x="0" y="0"/>
          <a:chExt cx="0" cy="0"/>
        </a:xfrm>
      </p:grpSpPr>
      <p:sp>
        <p:nvSpPr>
          <p:cNvPr id="330" name="Google Shape;33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31" name="Google Shape;33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32"/>
        <p:cNvGrpSpPr/>
        <p:nvPr/>
      </p:nvGrpSpPr>
      <p:grpSpPr>
        <a:xfrm>
          <a:off x="0" y="0"/>
          <a:ext cx="0" cy="0"/>
          <a:chOff x="0" y="0"/>
          <a:chExt cx="0" cy="0"/>
        </a:xfrm>
      </p:grpSpPr>
      <p:sp>
        <p:nvSpPr>
          <p:cNvPr id="333" name="Google Shape;33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34" name="Google Shape;334;p2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5" name="Google Shape;335;p2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36"/>
        <p:cNvGrpSpPr/>
        <p:nvPr/>
      </p:nvGrpSpPr>
      <p:grpSpPr>
        <a:xfrm>
          <a:off x="0" y="0"/>
          <a:ext cx="0" cy="0"/>
          <a:chOff x="0" y="0"/>
          <a:chExt cx="0" cy="0"/>
        </a:xfrm>
      </p:grpSpPr>
      <p:sp>
        <p:nvSpPr>
          <p:cNvPr id="337" name="Google Shape;337;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38"/>
        <p:cNvGrpSpPr/>
        <p:nvPr/>
      </p:nvGrpSpPr>
      <p:grpSpPr>
        <a:xfrm>
          <a:off x="0" y="0"/>
          <a:ext cx="0" cy="0"/>
          <a:chOff x="0" y="0"/>
          <a:chExt cx="0" cy="0"/>
        </a:xfrm>
      </p:grpSpPr>
      <p:sp>
        <p:nvSpPr>
          <p:cNvPr id="339" name="Google Shape;339;p3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a:endParaRPr/>
          </a:p>
        </p:txBody>
      </p:sp>
      <p:sp>
        <p:nvSpPr>
          <p:cNvPr id="340" name="Google Shape;340;p3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41"/>
        <p:cNvGrpSpPr/>
        <p:nvPr/>
      </p:nvGrpSpPr>
      <p:grpSpPr>
        <a:xfrm>
          <a:off x="0" y="0"/>
          <a:ext cx="0" cy="0"/>
          <a:chOff x="0" y="0"/>
          <a:chExt cx="0" cy="0"/>
        </a:xfrm>
      </p:grpSpPr>
      <p:sp>
        <p:nvSpPr>
          <p:cNvPr id="342" name="Google Shape;342;p3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a:endParaRPr/>
          </a:p>
        </p:txBody>
      </p:sp>
      <p:sp>
        <p:nvSpPr>
          <p:cNvPr id="343" name="Google Shape;343;p3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44" name="Google Shape;344;p3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45"/>
        <p:cNvGrpSpPr/>
        <p:nvPr/>
      </p:nvGrpSpPr>
      <p:grpSpPr>
        <a:xfrm>
          <a:off x="0" y="0"/>
          <a:ext cx="0" cy="0"/>
          <a:chOff x="0" y="0"/>
          <a:chExt cx="0" cy="0"/>
        </a:xfrm>
      </p:grpSpPr>
      <p:sp>
        <p:nvSpPr>
          <p:cNvPr id="346" name="Google Shape;346;p3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47"/>
        <p:cNvGrpSpPr/>
        <p:nvPr/>
      </p:nvGrpSpPr>
      <p:grpSpPr>
        <a:xfrm>
          <a:off x="0" y="0"/>
          <a:ext cx="0" cy="0"/>
          <a:chOff x="0" y="0"/>
          <a:chExt cx="0" cy="0"/>
        </a:xfrm>
      </p:grpSpPr>
      <p:sp>
        <p:nvSpPr>
          <p:cNvPr id="348" name="Google Shape;348;p3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51"/>
        <p:cNvGrpSpPr/>
        <p:nvPr/>
      </p:nvGrpSpPr>
      <p:grpSpPr>
        <a:xfrm>
          <a:off x="0" y="0"/>
          <a:ext cx="0" cy="0"/>
          <a:chOff x="0" y="0"/>
          <a:chExt cx="0" cy="0"/>
        </a:xfrm>
      </p:grpSpPr>
      <p:sp>
        <p:nvSpPr>
          <p:cNvPr id="352" name="Google Shape;352;p35"/>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3" name="Google Shape;353;p35"/>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4" name="Google Shape;354;p35"/>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5" name="Google Shape;355;p35"/>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6" name="Google Shape;356;p35"/>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7" name="Google Shape;357;p35"/>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8" name="Google Shape;358;p35"/>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359"/>
        <p:cNvGrpSpPr/>
        <p:nvPr/>
      </p:nvGrpSpPr>
      <p:grpSpPr>
        <a:xfrm>
          <a:off x="0" y="0"/>
          <a:ext cx="0" cy="0"/>
          <a:chOff x="0" y="0"/>
          <a:chExt cx="0" cy="0"/>
        </a:xfrm>
      </p:grpSpPr>
      <p:sp>
        <p:nvSpPr>
          <p:cNvPr id="360" name="Google Shape;360;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61" name="Google Shape;361;p36"/>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62" name="Google Shape;362;p36"/>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63"/>
        <p:cNvGrpSpPr/>
        <p:nvPr/>
      </p:nvGrpSpPr>
      <p:grpSpPr>
        <a:xfrm>
          <a:off x="0" y="0"/>
          <a:ext cx="0" cy="0"/>
          <a:chOff x="0" y="0"/>
          <a:chExt cx="0" cy="0"/>
        </a:xfrm>
      </p:grpSpPr>
      <p:sp>
        <p:nvSpPr>
          <p:cNvPr id="364" name="Google Shape;364;p3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65" name="Google Shape;365;p37"/>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66" name="Google Shape;366;p3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7" name="Google Shape;367;p3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8" name="Google Shape;368;p3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69"/>
        <p:cNvGrpSpPr/>
        <p:nvPr/>
      </p:nvGrpSpPr>
      <p:grpSpPr>
        <a:xfrm>
          <a:off x="0" y="0"/>
          <a:ext cx="0" cy="0"/>
          <a:chOff x="0" y="0"/>
          <a:chExt cx="0" cy="0"/>
        </a:xfrm>
      </p:grpSpPr>
      <p:sp>
        <p:nvSpPr>
          <p:cNvPr id="370" name="Google Shape;370;p38"/>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71" name="Google Shape;371;p3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2" name="Google Shape;372;p3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73" name="Google Shape;373;p38"/>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4" name="Google Shape;374;p38"/>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5" name="Google Shape;375;p38"/>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6" name="Google Shape;376;p38"/>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77"/>
        <p:cNvGrpSpPr/>
        <p:nvPr/>
      </p:nvGrpSpPr>
      <p:grpSpPr>
        <a:xfrm>
          <a:off x="0" y="0"/>
          <a:ext cx="0" cy="0"/>
          <a:chOff x="0" y="0"/>
          <a:chExt cx="0" cy="0"/>
        </a:xfrm>
      </p:grpSpPr>
      <p:sp>
        <p:nvSpPr>
          <p:cNvPr id="378" name="Google Shape;378;p39"/>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79" name="Google Shape;379;p39"/>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0" name="Google Shape;380;p39"/>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1" name="Google Shape;381;p39"/>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2" name="Google Shape;382;p39"/>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83" name="Google Shape;383;p39"/>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4" name="Google Shape;384;p39"/>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5" name="Google Shape;385;p39"/>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86" name="Google Shape;386;p39"/>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87"/>
        <p:cNvGrpSpPr/>
        <p:nvPr/>
      </p:nvGrpSpPr>
      <p:grpSpPr>
        <a:xfrm>
          <a:off x="0" y="0"/>
          <a:ext cx="0" cy="0"/>
          <a:chOff x="0" y="0"/>
          <a:chExt cx="0" cy="0"/>
        </a:xfrm>
      </p:grpSpPr>
      <p:sp>
        <p:nvSpPr>
          <p:cNvPr id="388" name="Google Shape;388;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89" name="Google Shape;389;p4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90"/>
        <p:cNvGrpSpPr/>
        <p:nvPr/>
      </p:nvGrpSpPr>
      <p:grpSpPr>
        <a:xfrm>
          <a:off x="0" y="0"/>
          <a:ext cx="0" cy="0"/>
          <a:chOff x="0" y="0"/>
          <a:chExt cx="0" cy="0"/>
        </a:xfrm>
      </p:grpSpPr>
      <p:sp>
        <p:nvSpPr>
          <p:cNvPr id="391" name="Google Shape;391;p4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392" name="Google Shape;392;p41"/>
          <p:cNvSpPr>
            <a:spLocks noGrp="1"/>
          </p:cNvSpPr>
          <p:nvPr>
            <p:ph type="pic" idx="2"/>
          </p:nvPr>
        </p:nvSpPr>
        <p:spPr>
          <a:xfrm>
            <a:off x="4804825" y="1133300"/>
            <a:ext cx="4027500" cy="2392800"/>
          </a:xfrm>
          <a:prstGeom prst="rect">
            <a:avLst/>
          </a:prstGeom>
          <a:noFill/>
          <a:ln>
            <a:noFill/>
          </a:ln>
        </p:spPr>
      </p:sp>
      <p:sp>
        <p:nvSpPr>
          <p:cNvPr id="393" name="Google Shape;393;p41"/>
          <p:cNvSpPr>
            <a:spLocks noGrp="1"/>
          </p:cNvSpPr>
          <p:nvPr>
            <p:ph type="pic" idx="3"/>
          </p:nvPr>
        </p:nvSpPr>
        <p:spPr>
          <a:xfrm>
            <a:off x="311725" y="1133300"/>
            <a:ext cx="4027500" cy="2392800"/>
          </a:xfrm>
          <a:prstGeom prst="rect">
            <a:avLst/>
          </a:prstGeom>
          <a:noFill/>
          <a:ln>
            <a:noFill/>
          </a:ln>
        </p:spPr>
      </p:sp>
      <p:sp>
        <p:nvSpPr>
          <p:cNvPr id="394" name="Google Shape;394;p4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5" name="Google Shape;395;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396" name="Google Shape;396;p4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97" name="Google Shape;397;p4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98"/>
        <p:cNvGrpSpPr/>
        <p:nvPr/>
      </p:nvGrpSpPr>
      <p:grpSpPr>
        <a:xfrm>
          <a:off x="0" y="0"/>
          <a:ext cx="0" cy="0"/>
          <a:chOff x="0" y="0"/>
          <a:chExt cx="0" cy="0"/>
        </a:xfrm>
      </p:grpSpPr>
      <p:sp>
        <p:nvSpPr>
          <p:cNvPr id="399" name="Google Shape;399;p4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00" name="Google Shape;400;p42"/>
          <p:cNvSpPr>
            <a:spLocks noGrp="1"/>
          </p:cNvSpPr>
          <p:nvPr>
            <p:ph type="pic" idx="2"/>
          </p:nvPr>
        </p:nvSpPr>
        <p:spPr>
          <a:xfrm>
            <a:off x="6205225" y="1128325"/>
            <a:ext cx="2627100" cy="2273100"/>
          </a:xfrm>
          <a:prstGeom prst="rect">
            <a:avLst/>
          </a:prstGeom>
          <a:noFill/>
          <a:ln>
            <a:noFill/>
          </a:ln>
        </p:spPr>
      </p:sp>
      <p:sp>
        <p:nvSpPr>
          <p:cNvPr id="401" name="Google Shape;401;p42"/>
          <p:cNvSpPr>
            <a:spLocks noGrp="1"/>
          </p:cNvSpPr>
          <p:nvPr>
            <p:ph type="pic" idx="3"/>
          </p:nvPr>
        </p:nvSpPr>
        <p:spPr>
          <a:xfrm>
            <a:off x="311725" y="1128325"/>
            <a:ext cx="2627100" cy="2273100"/>
          </a:xfrm>
          <a:prstGeom prst="rect">
            <a:avLst/>
          </a:prstGeom>
          <a:noFill/>
          <a:ln>
            <a:noFill/>
          </a:ln>
        </p:spPr>
      </p:sp>
      <p:sp>
        <p:nvSpPr>
          <p:cNvPr id="402" name="Google Shape;402;p4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03" name="Google Shape;403;p42"/>
          <p:cNvSpPr>
            <a:spLocks noGrp="1"/>
          </p:cNvSpPr>
          <p:nvPr>
            <p:ph type="pic" idx="5"/>
          </p:nvPr>
        </p:nvSpPr>
        <p:spPr>
          <a:xfrm>
            <a:off x="3255250" y="1128325"/>
            <a:ext cx="2627100" cy="2273100"/>
          </a:xfrm>
          <a:prstGeom prst="rect">
            <a:avLst/>
          </a:prstGeom>
          <a:noFill/>
          <a:ln>
            <a:noFill/>
          </a:ln>
        </p:spPr>
      </p:sp>
      <p:sp>
        <p:nvSpPr>
          <p:cNvPr id="404" name="Google Shape;404;p4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05" name="Google Shape;405;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406" name="Google Shape;406;p4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07" name="Google Shape;407;p4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08" name="Google Shape;408;p4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09"/>
        <p:cNvGrpSpPr/>
        <p:nvPr/>
      </p:nvGrpSpPr>
      <p:grpSpPr>
        <a:xfrm>
          <a:off x="0" y="0"/>
          <a:ext cx="0" cy="0"/>
          <a:chOff x="0" y="0"/>
          <a:chExt cx="0" cy="0"/>
        </a:xfrm>
      </p:grpSpPr>
      <p:sp>
        <p:nvSpPr>
          <p:cNvPr id="410" name="Google Shape;410;p43"/>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11"/>
        <p:cNvGrpSpPr/>
        <p:nvPr/>
      </p:nvGrpSpPr>
      <p:grpSpPr>
        <a:xfrm>
          <a:off x="0" y="0"/>
          <a:ext cx="0" cy="0"/>
          <a:chOff x="0" y="0"/>
          <a:chExt cx="0" cy="0"/>
        </a:xfrm>
      </p:grpSpPr>
      <p:sp>
        <p:nvSpPr>
          <p:cNvPr id="412" name="Google Shape;412;p44"/>
          <p:cNvSpPr>
            <a:spLocks noGrp="1"/>
          </p:cNvSpPr>
          <p:nvPr>
            <p:ph type="pic" idx="2"/>
          </p:nvPr>
        </p:nvSpPr>
        <p:spPr>
          <a:xfrm>
            <a:off x="3389600" y="118913"/>
            <a:ext cx="1643700" cy="1535100"/>
          </a:xfrm>
          <a:prstGeom prst="rect">
            <a:avLst/>
          </a:prstGeom>
          <a:noFill/>
          <a:ln>
            <a:noFill/>
          </a:ln>
        </p:spPr>
      </p:sp>
      <p:sp>
        <p:nvSpPr>
          <p:cNvPr id="413" name="Google Shape;413;p44"/>
          <p:cNvSpPr>
            <a:spLocks noGrp="1"/>
          </p:cNvSpPr>
          <p:nvPr>
            <p:ph type="pic" idx="3"/>
          </p:nvPr>
        </p:nvSpPr>
        <p:spPr>
          <a:xfrm>
            <a:off x="5195935" y="118913"/>
            <a:ext cx="1643700" cy="1535100"/>
          </a:xfrm>
          <a:prstGeom prst="rect">
            <a:avLst/>
          </a:prstGeom>
          <a:noFill/>
          <a:ln>
            <a:noFill/>
          </a:ln>
        </p:spPr>
      </p:sp>
      <p:sp>
        <p:nvSpPr>
          <p:cNvPr id="414" name="Google Shape;414;p44"/>
          <p:cNvSpPr>
            <a:spLocks noGrp="1"/>
          </p:cNvSpPr>
          <p:nvPr>
            <p:ph type="pic" idx="4"/>
          </p:nvPr>
        </p:nvSpPr>
        <p:spPr>
          <a:xfrm>
            <a:off x="7002270" y="118913"/>
            <a:ext cx="1643700" cy="1535100"/>
          </a:xfrm>
          <a:prstGeom prst="rect">
            <a:avLst/>
          </a:prstGeom>
          <a:noFill/>
          <a:ln>
            <a:noFill/>
          </a:ln>
        </p:spPr>
      </p:sp>
      <p:sp>
        <p:nvSpPr>
          <p:cNvPr id="415" name="Google Shape;415;p44"/>
          <p:cNvSpPr>
            <a:spLocks noGrp="1"/>
          </p:cNvSpPr>
          <p:nvPr>
            <p:ph type="pic" idx="5"/>
          </p:nvPr>
        </p:nvSpPr>
        <p:spPr>
          <a:xfrm>
            <a:off x="3389588" y="1804212"/>
            <a:ext cx="1643700" cy="1535100"/>
          </a:xfrm>
          <a:prstGeom prst="rect">
            <a:avLst/>
          </a:prstGeom>
          <a:noFill/>
          <a:ln>
            <a:noFill/>
          </a:ln>
        </p:spPr>
      </p:sp>
      <p:sp>
        <p:nvSpPr>
          <p:cNvPr id="416" name="Google Shape;416;p44"/>
          <p:cNvSpPr>
            <a:spLocks noGrp="1"/>
          </p:cNvSpPr>
          <p:nvPr>
            <p:ph type="pic" idx="6"/>
          </p:nvPr>
        </p:nvSpPr>
        <p:spPr>
          <a:xfrm>
            <a:off x="5195922" y="1804212"/>
            <a:ext cx="1643700" cy="1535100"/>
          </a:xfrm>
          <a:prstGeom prst="rect">
            <a:avLst/>
          </a:prstGeom>
          <a:noFill/>
          <a:ln>
            <a:noFill/>
          </a:ln>
        </p:spPr>
      </p:sp>
      <p:sp>
        <p:nvSpPr>
          <p:cNvPr id="417" name="Google Shape;417;p44"/>
          <p:cNvSpPr>
            <a:spLocks noGrp="1"/>
          </p:cNvSpPr>
          <p:nvPr>
            <p:ph type="pic" idx="7"/>
          </p:nvPr>
        </p:nvSpPr>
        <p:spPr>
          <a:xfrm>
            <a:off x="7002257" y="1804212"/>
            <a:ext cx="1643700" cy="1535100"/>
          </a:xfrm>
          <a:prstGeom prst="rect">
            <a:avLst/>
          </a:prstGeom>
          <a:noFill/>
          <a:ln>
            <a:noFill/>
          </a:ln>
        </p:spPr>
      </p:sp>
      <p:sp>
        <p:nvSpPr>
          <p:cNvPr id="418" name="Google Shape;418;p4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419" name="Google Shape;419;p44"/>
          <p:cNvSpPr>
            <a:spLocks noGrp="1"/>
          </p:cNvSpPr>
          <p:nvPr>
            <p:ph type="pic" idx="8"/>
          </p:nvPr>
        </p:nvSpPr>
        <p:spPr>
          <a:xfrm>
            <a:off x="3389588" y="3489487"/>
            <a:ext cx="1643700" cy="1535100"/>
          </a:xfrm>
          <a:prstGeom prst="rect">
            <a:avLst/>
          </a:prstGeom>
          <a:noFill/>
          <a:ln>
            <a:noFill/>
          </a:ln>
        </p:spPr>
      </p:sp>
      <p:sp>
        <p:nvSpPr>
          <p:cNvPr id="420" name="Google Shape;420;p44"/>
          <p:cNvSpPr>
            <a:spLocks noGrp="1"/>
          </p:cNvSpPr>
          <p:nvPr>
            <p:ph type="pic" idx="9"/>
          </p:nvPr>
        </p:nvSpPr>
        <p:spPr>
          <a:xfrm>
            <a:off x="5195922" y="3489487"/>
            <a:ext cx="1643700" cy="1535100"/>
          </a:xfrm>
          <a:prstGeom prst="rect">
            <a:avLst/>
          </a:prstGeom>
          <a:noFill/>
          <a:ln>
            <a:noFill/>
          </a:ln>
        </p:spPr>
      </p:sp>
      <p:sp>
        <p:nvSpPr>
          <p:cNvPr id="421" name="Google Shape;421;p4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28600" y="1833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marL="914400" lvl="1"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marL="1371600" lvl="2"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marL="1828800" lvl="3"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marL="2286000" lvl="4"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marL="2743200" lvl="5"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marL="3200400" lvl="6"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marL="3657600" lvl="7"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marL="4114800" lvl="8" indent="-30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a:endParaRPr/>
          </a:p>
        </p:txBody>
      </p:sp>
      <p:sp>
        <p:nvSpPr>
          <p:cNvPr id="7" name="Google Shape;7;p1"/>
          <p:cNvSpPr txBox="1">
            <a:spLocks noGrp="1"/>
          </p:cNvSpPr>
          <p:nvPr>
            <p:ph type="title"/>
          </p:nvPr>
        </p:nvSpPr>
        <p:spPr>
          <a:xfrm>
            <a:off x="228600" y="256925"/>
            <a:ext cx="5707200" cy="587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None/>
              <a:defRPr sz="2800" b="1">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a:endParaRPr/>
          </a:p>
        </p:txBody>
      </p:sp>
      <p:sp>
        <p:nvSpPr>
          <p:cNvPr id="8" name="Google Shape;8;p1"/>
          <p:cNvSpPr txBox="1">
            <a:spLocks noGrp="1"/>
          </p:cNvSpPr>
          <p:nvPr>
            <p:ph type="body" idx="2"/>
          </p:nvPr>
        </p:nvSpPr>
        <p:spPr>
          <a:xfrm>
            <a:off x="4392125" y="1843600"/>
            <a:ext cx="3919500" cy="27732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marL="914400" lvl="1"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marL="1371600" lvl="2"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marL="1828800" lvl="3"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marL="2286000" lvl="4"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marL="2743200" lvl="5"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marL="3200400" lvl="6"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marL="3657600" lvl="7"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marL="4114800" lvl="8"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2.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5"/>
          <p:cNvSpPr txBox="1">
            <a:spLocks noGrp="1"/>
          </p:cNvSpPr>
          <p:nvPr>
            <p:ph type="title"/>
          </p:nvPr>
        </p:nvSpPr>
        <p:spPr>
          <a:xfrm>
            <a:off x="228600" y="1822350"/>
            <a:ext cx="8686800" cy="28431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3100"/>
              <a:t>Kidney disease is the 8th leading cause of death in the US, followed by liver disease.</a:t>
            </a:r>
            <a:endParaRPr sz="3100"/>
          </a:p>
          <a:p>
            <a:pPr marL="0" lvl="0" indent="0" algn="ctr" rtl="0">
              <a:lnSpc>
                <a:spcPct val="100000"/>
              </a:lnSpc>
              <a:spcBef>
                <a:spcPts val="0"/>
              </a:spcBef>
              <a:spcAft>
                <a:spcPts val="0"/>
              </a:spcAft>
              <a:buNone/>
            </a:pPr>
            <a:endParaRPr/>
          </a:p>
          <a:p>
            <a:pPr marL="0" lvl="0" indent="0" algn="ctr" rtl="0">
              <a:lnSpc>
                <a:spcPct val="100000"/>
              </a:lnSpc>
              <a:spcBef>
                <a:spcPts val="0"/>
              </a:spcBef>
              <a:spcAft>
                <a:spcPts val="0"/>
              </a:spcAft>
              <a:buNone/>
            </a:pPr>
            <a:endParaRPr/>
          </a:p>
          <a:p>
            <a:pPr marL="0" lvl="0" indent="0" algn="r" rtl="0">
              <a:lnSpc>
                <a:spcPct val="100000"/>
              </a:lnSpc>
              <a:spcBef>
                <a:spcPts val="0"/>
              </a:spcBef>
              <a:spcAft>
                <a:spcPts val="0"/>
              </a:spcAft>
              <a:buNone/>
            </a:pPr>
            <a:r>
              <a:rPr lang="en"/>
              <a:t>*The CDC, 2023</a:t>
            </a:r>
            <a:endParaRPr/>
          </a:p>
        </p:txBody>
      </p:sp>
      <p:sp>
        <p:nvSpPr>
          <p:cNvPr id="427" name="Google Shape;427;p45"/>
          <p:cNvSpPr/>
          <p:nvPr/>
        </p:nvSpPr>
        <p:spPr>
          <a:xfrm>
            <a:off x="3551400" y="677275"/>
            <a:ext cx="2041200" cy="400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solidFill>
                  <a:schemeClr val="dk1"/>
                </a:solidFill>
                <a:latin typeface="Poppins SemiBold"/>
                <a:ea typeface="Poppins SemiBold"/>
                <a:cs typeface="Poppins SemiBold"/>
                <a:sym typeface="Poppins SemiBold"/>
              </a:rPr>
              <a:t>PROBLEM</a:t>
            </a:r>
            <a:endParaRPr sz="2200">
              <a:solidFill>
                <a:schemeClr val="dk1"/>
              </a:solidFill>
              <a:latin typeface="Poppins SemiBold"/>
              <a:ea typeface="Poppins SemiBold"/>
              <a:cs typeface="Poppins SemiBold"/>
              <a:sym typeface="Poppins SemiBold"/>
            </a:endParaRPr>
          </a:p>
        </p:txBody>
      </p:sp>
      <p:sp>
        <p:nvSpPr>
          <p:cNvPr id="428" name="Google Shape;428;p45"/>
          <p:cNvSpPr txBox="1">
            <a:spLocks noGrp="1"/>
          </p:cNvSpPr>
          <p:nvPr>
            <p:ph type="subTitle" idx="4294967295"/>
          </p:nvPr>
        </p:nvSpPr>
        <p:spPr>
          <a:xfrm>
            <a:off x="4618950" y="4832100"/>
            <a:ext cx="4544700" cy="311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700"/>
              <a:t>https://www.cdc.gov/nchs/fastats/leading-causes-of-death.htm</a:t>
            </a:r>
            <a:endParaRPr sz="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6"/>
                                        </p:tgtEl>
                                        <p:attrNameLst>
                                          <p:attrName>style.visibility</p:attrName>
                                        </p:attrNameLst>
                                      </p:cBhvr>
                                      <p:to>
                                        <p:strVal val="visible"/>
                                      </p:to>
                                    </p:set>
                                    <p:animEffect transition="in" filter="fade">
                                      <p:cBhvr>
                                        <p:cTn id="7" dur="1000"/>
                                        <p:tgtEl>
                                          <p:spTgt spid="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grpSp>
        <p:nvGrpSpPr>
          <p:cNvPr id="433" name="Google Shape;433;p46"/>
          <p:cNvGrpSpPr/>
          <p:nvPr/>
        </p:nvGrpSpPr>
        <p:grpSpPr>
          <a:xfrm>
            <a:off x="2625524" y="970235"/>
            <a:ext cx="4358410" cy="3487960"/>
            <a:chOff x="536925" y="238125"/>
            <a:chExt cx="6546125" cy="5238750"/>
          </a:xfrm>
        </p:grpSpPr>
        <p:sp>
          <p:nvSpPr>
            <p:cNvPr id="434" name="Google Shape;434;p46"/>
            <p:cNvSpPr/>
            <p:nvPr/>
          </p:nvSpPr>
          <p:spPr>
            <a:xfrm>
              <a:off x="536925" y="238125"/>
              <a:ext cx="6546125" cy="5238750"/>
            </a:xfrm>
            <a:custGeom>
              <a:avLst/>
              <a:gdLst/>
              <a:ahLst/>
              <a:cxnLst/>
              <a:rect l="l" t="t" r="r" b="b"/>
              <a:pathLst>
                <a:path w="261845" h="209550" extrusionOk="0">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435" name="Google Shape;435;p46"/>
            <p:cNvSpPr/>
            <p:nvPr/>
          </p:nvSpPr>
          <p:spPr>
            <a:xfrm>
              <a:off x="536925" y="582450"/>
              <a:ext cx="3622025" cy="1145375"/>
            </a:xfrm>
            <a:custGeom>
              <a:avLst/>
              <a:gdLst/>
              <a:ahLst/>
              <a:cxnLst/>
              <a:rect l="l" t="t" r="r" b="b"/>
              <a:pathLst>
                <a:path w="144881" h="45815" extrusionOk="0">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436" name="Google Shape;436;p46"/>
            <p:cNvSpPr/>
            <p:nvPr/>
          </p:nvSpPr>
          <p:spPr>
            <a:xfrm>
              <a:off x="536925" y="4742150"/>
              <a:ext cx="1172975" cy="583750"/>
            </a:xfrm>
            <a:custGeom>
              <a:avLst/>
              <a:gdLst/>
              <a:ahLst/>
              <a:cxnLst/>
              <a:rect l="l" t="t" r="r" b="b"/>
              <a:pathLst>
                <a:path w="46919" h="23350" extrusionOk="0">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grpSp>
      <p:sp>
        <p:nvSpPr>
          <p:cNvPr id="437" name="Google Shape;437;p46"/>
          <p:cNvSpPr txBox="1">
            <a:spLocks noGrp="1"/>
          </p:cNvSpPr>
          <p:nvPr>
            <p:ph type="title"/>
          </p:nvPr>
        </p:nvSpPr>
        <p:spPr>
          <a:xfrm>
            <a:off x="2656425" y="2284903"/>
            <a:ext cx="42966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Solution: CycleSIGHT</a:t>
            </a:r>
            <a:endParaRPr/>
          </a:p>
        </p:txBody>
      </p:sp>
      <p:sp>
        <p:nvSpPr>
          <p:cNvPr id="438" name="Google Shape;438;p46"/>
          <p:cNvSpPr txBox="1">
            <a:spLocks noGrp="1"/>
          </p:cNvSpPr>
          <p:nvPr>
            <p:ph type="title"/>
          </p:nvPr>
        </p:nvSpPr>
        <p:spPr>
          <a:xfrm>
            <a:off x="2835225" y="2781675"/>
            <a:ext cx="5707200" cy="4155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1"/>
                </a:solidFill>
              </a:rPr>
              <a:t>Because pain isn’t one-size-fits-all.</a:t>
            </a:r>
            <a:endParaRPr sz="1500">
              <a:solidFill>
                <a:schemeClr val="dk1"/>
              </a:solidFill>
            </a:endParaRPr>
          </a:p>
        </p:txBody>
      </p:sp>
      <p:grpSp>
        <p:nvGrpSpPr>
          <p:cNvPr id="439" name="Google Shape;439;p46"/>
          <p:cNvGrpSpPr/>
          <p:nvPr/>
        </p:nvGrpSpPr>
        <p:grpSpPr>
          <a:xfrm rot="10800000">
            <a:off x="1966174" y="1070160"/>
            <a:ext cx="4358410" cy="3487960"/>
            <a:chOff x="536925" y="238125"/>
            <a:chExt cx="6546125" cy="5238750"/>
          </a:xfrm>
        </p:grpSpPr>
        <p:sp>
          <p:nvSpPr>
            <p:cNvPr id="440" name="Google Shape;440;p46"/>
            <p:cNvSpPr/>
            <p:nvPr/>
          </p:nvSpPr>
          <p:spPr>
            <a:xfrm>
              <a:off x="536925" y="238125"/>
              <a:ext cx="6546125" cy="5238750"/>
            </a:xfrm>
            <a:custGeom>
              <a:avLst/>
              <a:gdLst/>
              <a:ahLst/>
              <a:cxnLst/>
              <a:rect l="l" t="t" r="r" b="b"/>
              <a:pathLst>
                <a:path w="261845" h="209550" extrusionOk="0">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441" name="Google Shape;441;p46"/>
            <p:cNvSpPr/>
            <p:nvPr/>
          </p:nvSpPr>
          <p:spPr>
            <a:xfrm>
              <a:off x="536925" y="582450"/>
              <a:ext cx="3622025" cy="1145375"/>
            </a:xfrm>
            <a:custGeom>
              <a:avLst/>
              <a:gdLst/>
              <a:ahLst/>
              <a:cxnLst/>
              <a:rect l="l" t="t" r="r" b="b"/>
              <a:pathLst>
                <a:path w="144881" h="45815" extrusionOk="0">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442" name="Google Shape;442;p46"/>
            <p:cNvSpPr/>
            <p:nvPr/>
          </p:nvSpPr>
          <p:spPr>
            <a:xfrm>
              <a:off x="536925" y="4742150"/>
              <a:ext cx="1172975" cy="583750"/>
            </a:xfrm>
            <a:custGeom>
              <a:avLst/>
              <a:gdLst/>
              <a:ahLst/>
              <a:cxnLst/>
              <a:rect l="l" t="t" r="r" b="b"/>
              <a:pathLst>
                <a:path w="46919" h="23350" extrusionOk="0">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grpSp>
      <p:sp>
        <p:nvSpPr>
          <p:cNvPr id="443" name="Google Shape;443;p46"/>
          <p:cNvSpPr txBox="1"/>
          <p:nvPr/>
        </p:nvSpPr>
        <p:spPr>
          <a:xfrm>
            <a:off x="6708900" y="4458200"/>
            <a:ext cx="2198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latin typeface="Nunito Sans"/>
                <a:ea typeface="Nunito Sans"/>
                <a:cs typeface="Nunito Sans"/>
                <a:sym typeface="Nunito Sans"/>
              </a:rPr>
              <a:t>Price per product: $200</a:t>
            </a:r>
            <a:endParaRPr sz="1200">
              <a:solidFill>
                <a:schemeClr val="dk1"/>
              </a:solidFill>
              <a:latin typeface="Nunito Sans"/>
              <a:ea typeface="Nunito Sans"/>
              <a:cs typeface="Nunito Sans"/>
              <a:sym typeface="Nunito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3"/>
                                        </p:tgtEl>
                                        <p:attrNameLst>
                                          <p:attrName>style.visibility</p:attrName>
                                        </p:attrNameLst>
                                      </p:cBhvr>
                                      <p:to>
                                        <p:strVal val="visible"/>
                                      </p:to>
                                    </p:set>
                                    <p:anim calcmode="lin" valueType="num">
                                      <p:cBhvr additive="base">
                                        <p:cTn id="7" dur="1000"/>
                                        <p:tgtEl>
                                          <p:spTgt spid="4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47"/>
        <p:cNvGrpSpPr/>
        <p:nvPr/>
      </p:nvGrpSpPr>
      <p:grpSpPr>
        <a:xfrm>
          <a:off x="0" y="0"/>
          <a:ext cx="0" cy="0"/>
          <a:chOff x="0" y="0"/>
          <a:chExt cx="0" cy="0"/>
        </a:xfrm>
      </p:grpSpPr>
      <p:pic>
        <p:nvPicPr>
          <p:cNvPr id="448" name="Google Shape;448;p47"/>
          <p:cNvPicPr preferRelativeResize="0"/>
          <p:nvPr/>
        </p:nvPicPr>
        <p:blipFill>
          <a:blip r:embed="rId3">
            <a:alphaModFix/>
          </a:blip>
          <a:stretch>
            <a:fillRect/>
          </a:stretch>
        </p:blipFill>
        <p:spPr>
          <a:xfrm>
            <a:off x="1934237" y="713362"/>
            <a:ext cx="5369425" cy="4268350"/>
          </a:xfrm>
          <a:prstGeom prst="rect">
            <a:avLst/>
          </a:prstGeom>
          <a:noFill/>
          <a:ln>
            <a:noFill/>
          </a:ln>
        </p:spPr>
      </p:pic>
      <p:sp>
        <p:nvSpPr>
          <p:cNvPr id="449" name="Google Shape;449;p47"/>
          <p:cNvSpPr txBox="1"/>
          <p:nvPr/>
        </p:nvSpPr>
        <p:spPr>
          <a:xfrm>
            <a:off x="1943063" y="161788"/>
            <a:ext cx="5257800" cy="36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chemeClr val="lt1"/>
                </a:solidFill>
                <a:latin typeface="Poppins Black"/>
                <a:ea typeface="Poppins Black"/>
                <a:cs typeface="Poppins Black"/>
                <a:sym typeface="Poppins Black"/>
              </a:rPr>
              <a:t>JACKIE</a:t>
            </a:r>
            <a:endParaRPr sz="2700">
              <a:solidFill>
                <a:schemeClr val="lt1"/>
              </a:solidFill>
              <a:latin typeface="Poppins Black"/>
              <a:ea typeface="Poppins Black"/>
              <a:cs typeface="Poppins Black"/>
              <a:sym typeface="Poppins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53"/>
        <p:cNvGrpSpPr/>
        <p:nvPr/>
      </p:nvGrpSpPr>
      <p:grpSpPr>
        <a:xfrm>
          <a:off x="0" y="0"/>
          <a:ext cx="0" cy="0"/>
          <a:chOff x="0" y="0"/>
          <a:chExt cx="0" cy="0"/>
        </a:xfrm>
      </p:grpSpPr>
      <p:pic>
        <p:nvPicPr>
          <p:cNvPr id="454" name="Google Shape;454;p48" descr="Alone and sad (Provided by Getty Images)"/>
          <p:cNvPicPr preferRelativeResize="0"/>
          <p:nvPr/>
        </p:nvPicPr>
        <p:blipFill>
          <a:blip r:embed="rId3">
            <a:alphaModFix/>
          </a:blip>
          <a:stretch>
            <a:fillRect/>
          </a:stretch>
        </p:blipFill>
        <p:spPr>
          <a:xfrm>
            <a:off x="1285151" y="726862"/>
            <a:ext cx="6479775" cy="4321949"/>
          </a:xfrm>
          <a:prstGeom prst="rect">
            <a:avLst/>
          </a:prstGeom>
          <a:noFill/>
          <a:ln>
            <a:noFill/>
          </a:ln>
        </p:spPr>
      </p:pic>
      <p:sp>
        <p:nvSpPr>
          <p:cNvPr id="455" name="Google Shape;455;p48"/>
          <p:cNvSpPr txBox="1"/>
          <p:nvPr/>
        </p:nvSpPr>
        <p:spPr>
          <a:xfrm>
            <a:off x="1849188" y="94688"/>
            <a:ext cx="5257800" cy="36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100">
                <a:solidFill>
                  <a:schemeClr val="lt1"/>
                </a:solidFill>
                <a:latin typeface="Poppins Black"/>
                <a:ea typeface="Poppins Black"/>
                <a:cs typeface="Poppins Black"/>
                <a:sym typeface="Poppins Black"/>
              </a:rPr>
              <a:t>MAYA</a:t>
            </a:r>
            <a:endParaRPr sz="3100">
              <a:solidFill>
                <a:schemeClr val="lt1"/>
              </a:solidFill>
              <a:latin typeface="Poppins Black"/>
              <a:ea typeface="Poppins Black"/>
              <a:cs typeface="Poppins Black"/>
              <a:sym typeface="Poppins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59"/>
        <p:cNvGrpSpPr/>
        <p:nvPr/>
      </p:nvGrpSpPr>
      <p:grpSpPr>
        <a:xfrm>
          <a:off x="0" y="0"/>
          <a:ext cx="0" cy="0"/>
          <a:chOff x="0" y="0"/>
          <a:chExt cx="0" cy="0"/>
        </a:xfrm>
      </p:grpSpPr>
      <p:sp>
        <p:nvSpPr>
          <p:cNvPr id="460" name="Google Shape;460;p49"/>
          <p:cNvSpPr txBox="1"/>
          <p:nvPr/>
        </p:nvSpPr>
        <p:spPr>
          <a:xfrm>
            <a:off x="104250" y="228600"/>
            <a:ext cx="8935500" cy="4555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3000">
              <a:solidFill>
                <a:schemeClr val="lt1"/>
              </a:solidFill>
              <a:latin typeface="Poppins"/>
              <a:ea typeface="Poppins"/>
              <a:cs typeface="Poppins"/>
              <a:sym typeface="Poppins"/>
            </a:endParaRPr>
          </a:p>
          <a:p>
            <a:pPr marL="0" lvl="0" indent="0" algn="ctr" rtl="0">
              <a:spcBef>
                <a:spcPts val="0"/>
              </a:spcBef>
              <a:spcAft>
                <a:spcPts val="0"/>
              </a:spcAft>
              <a:buNone/>
            </a:pPr>
            <a:r>
              <a:rPr lang="en" sz="2700">
                <a:solidFill>
                  <a:schemeClr val="lt1"/>
                </a:solidFill>
                <a:latin typeface="Poppins Black"/>
                <a:ea typeface="Poppins Black"/>
                <a:cs typeface="Poppins Black"/>
                <a:sym typeface="Poppins Black"/>
              </a:rPr>
              <a:t>JACKIE’S LIFETIME IBUPROFEN CONSUMPTION</a:t>
            </a:r>
            <a:endParaRPr sz="2700">
              <a:solidFill>
                <a:schemeClr val="lt1"/>
              </a:solidFill>
              <a:latin typeface="Poppins Black"/>
              <a:ea typeface="Poppins Black"/>
              <a:cs typeface="Poppins Black"/>
              <a:sym typeface="Poppins Black"/>
            </a:endParaRPr>
          </a:p>
          <a:p>
            <a:pPr marL="0" lvl="0" indent="0" algn="ctr" rtl="0">
              <a:spcBef>
                <a:spcPts val="0"/>
              </a:spcBef>
              <a:spcAft>
                <a:spcPts val="0"/>
              </a:spcAft>
              <a:buNone/>
            </a:pPr>
            <a:endParaRPr sz="3000">
              <a:solidFill>
                <a:schemeClr val="lt1"/>
              </a:solidFill>
              <a:latin typeface="Poppins"/>
              <a:ea typeface="Poppins"/>
              <a:cs typeface="Poppins"/>
              <a:sym typeface="Poppins"/>
            </a:endParaRPr>
          </a:p>
          <a:p>
            <a:pPr marL="0" lvl="0" indent="0" algn="ctr" rtl="0">
              <a:spcBef>
                <a:spcPts val="0"/>
              </a:spcBef>
              <a:spcAft>
                <a:spcPts val="0"/>
              </a:spcAft>
              <a:buNone/>
            </a:pPr>
            <a:endParaRPr sz="3000" b="1" u="sng">
              <a:latin typeface="Poppins"/>
              <a:ea typeface="Poppins"/>
              <a:cs typeface="Poppins"/>
              <a:sym typeface="Poppins"/>
            </a:endParaRPr>
          </a:p>
          <a:p>
            <a:pPr marL="0" lvl="0" indent="0" algn="ctr" rtl="0">
              <a:spcBef>
                <a:spcPts val="0"/>
              </a:spcBef>
              <a:spcAft>
                <a:spcPts val="0"/>
              </a:spcAft>
              <a:buNone/>
            </a:pPr>
            <a:r>
              <a:rPr lang="en" sz="6300" b="1" u="sng">
                <a:latin typeface="Poppins"/>
                <a:ea typeface="Poppins"/>
                <a:cs typeface="Poppins"/>
                <a:sym typeface="Poppins"/>
              </a:rPr>
              <a:t>1,680</a:t>
            </a:r>
            <a:endParaRPr sz="6300" b="1" u="sng">
              <a:latin typeface="Poppins"/>
              <a:ea typeface="Poppins"/>
              <a:cs typeface="Poppins"/>
              <a:sym typeface="Poppins"/>
            </a:endParaRPr>
          </a:p>
          <a:p>
            <a:pPr marL="0" lvl="0" indent="0" algn="l" rtl="0">
              <a:spcBef>
                <a:spcPts val="0"/>
              </a:spcBef>
              <a:spcAft>
                <a:spcPts val="0"/>
              </a:spcAft>
              <a:buNone/>
            </a:pPr>
            <a:endParaRPr sz="3000">
              <a:solidFill>
                <a:schemeClr val="lt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64"/>
        <p:cNvGrpSpPr/>
        <p:nvPr/>
      </p:nvGrpSpPr>
      <p:grpSpPr>
        <a:xfrm>
          <a:off x="0" y="0"/>
          <a:ext cx="0" cy="0"/>
          <a:chOff x="0" y="0"/>
          <a:chExt cx="0" cy="0"/>
        </a:xfrm>
      </p:grpSpPr>
      <p:sp>
        <p:nvSpPr>
          <p:cNvPr id="465" name="Google Shape;465;p50"/>
          <p:cNvSpPr txBox="1"/>
          <p:nvPr/>
        </p:nvSpPr>
        <p:spPr>
          <a:xfrm>
            <a:off x="104250" y="228600"/>
            <a:ext cx="8935500" cy="384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800">
              <a:solidFill>
                <a:schemeClr val="lt1"/>
              </a:solidFill>
              <a:latin typeface="Poppins"/>
              <a:ea typeface="Poppins"/>
              <a:cs typeface="Poppins"/>
              <a:sym typeface="Poppins"/>
            </a:endParaRPr>
          </a:p>
          <a:p>
            <a:pPr marL="0" lvl="0" indent="0" algn="ctr" rtl="0">
              <a:spcBef>
                <a:spcPts val="0"/>
              </a:spcBef>
              <a:spcAft>
                <a:spcPts val="0"/>
              </a:spcAft>
              <a:buNone/>
            </a:pPr>
            <a:endParaRPr sz="3500" b="1" u="sng">
              <a:solidFill>
                <a:srgbClr val="FF0000"/>
              </a:solidFill>
              <a:latin typeface="Poppins"/>
              <a:ea typeface="Poppins"/>
              <a:cs typeface="Poppins"/>
              <a:sym typeface="Poppins"/>
            </a:endParaRPr>
          </a:p>
          <a:p>
            <a:pPr marL="0" lvl="0" indent="0" algn="ctr" rtl="0">
              <a:spcBef>
                <a:spcPts val="0"/>
              </a:spcBef>
              <a:spcAft>
                <a:spcPts val="0"/>
              </a:spcAft>
              <a:buNone/>
            </a:pPr>
            <a:endParaRPr sz="3500" b="1" u="sng">
              <a:solidFill>
                <a:srgbClr val="FF0000"/>
              </a:solidFill>
              <a:latin typeface="Poppins"/>
              <a:ea typeface="Poppins"/>
              <a:cs typeface="Poppins"/>
              <a:sym typeface="Poppins"/>
            </a:endParaRPr>
          </a:p>
          <a:p>
            <a:pPr marL="0" lvl="0" indent="0" algn="ctr" rtl="0">
              <a:spcBef>
                <a:spcPts val="0"/>
              </a:spcBef>
              <a:spcAft>
                <a:spcPts val="0"/>
              </a:spcAft>
              <a:buNone/>
            </a:pPr>
            <a:r>
              <a:rPr lang="en" sz="12800" b="1" u="sng">
                <a:solidFill>
                  <a:srgbClr val="FF0000"/>
                </a:solidFill>
                <a:latin typeface="Poppins"/>
                <a:ea typeface="Poppins"/>
                <a:cs typeface="Poppins"/>
                <a:sym typeface="Poppins"/>
              </a:rPr>
              <a:t>26,880</a:t>
            </a:r>
            <a:endParaRPr sz="12800">
              <a:solidFill>
                <a:schemeClr val="lt1"/>
              </a:solidFill>
              <a:latin typeface="Poppins"/>
              <a:ea typeface="Poppins"/>
              <a:cs typeface="Poppins"/>
              <a:sym typeface="Poppins"/>
            </a:endParaRPr>
          </a:p>
        </p:txBody>
      </p:sp>
      <p:sp>
        <p:nvSpPr>
          <p:cNvPr id="466" name="Google Shape;466;p50"/>
          <p:cNvSpPr txBox="1"/>
          <p:nvPr/>
        </p:nvSpPr>
        <p:spPr>
          <a:xfrm>
            <a:off x="414750" y="143850"/>
            <a:ext cx="8314500" cy="62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700">
                <a:solidFill>
                  <a:schemeClr val="lt1"/>
                </a:solidFill>
                <a:latin typeface="Poppins Black"/>
                <a:ea typeface="Poppins Black"/>
                <a:cs typeface="Poppins Black"/>
                <a:sym typeface="Poppins Black"/>
              </a:rPr>
              <a:t>MAYA’S  LIFETIME IBUPROFEN CONSUMPTION</a:t>
            </a:r>
            <a:endParaRPr sz="2700">
              <a:solidFill>
                <a:schemeClr val="lt1"/>
              </a:solidFill>
              <a:latin typeface="Poppins Black"/>
              <a:ea typeface="Poppins Black"/>
              <a:cs typeface="Poppins Black"/>
              <a:sym typeface="Poppins Black"/>
            </a:endParaRPr>
          </a:p>
          <a:p>
            <a:pPr marL="0" lvl="0" indent="0" algn="l" rtl="0">
              <a:spcBef>
                <a:spcPts val="0"/>
              </a:spcBef>
              <a:spcAft>
                <a:spcPts val="0"/>
              </a:spcAft>
              <a:buNone/>
            </a:pPr>
            <a:endParaRPr sz="1200">
              <a:solidFill>
                <a:schemeClr val="dk1"/>
              </a:solidFill>
              <a:latin typeface="Nunito Sans"/>
              <a:ea typeface="Nunito Sans"/>
              <a:cs typeface="Nunito Sans"/>
              <a:sym typeface="Nunito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65"/>
                                        </p:tgtEl>
                                        <p:attrNameLst>
                                          <p:attrName>style.visibility</p:attrName>
                                        </p:attrNameLst>
                                      </p:cBhvr>
                                      <p:to>
                                        <p:strVal val="visible"/>
                                      </p:to>
                                    </p:set>
                                    <p:anim calcmode="lin" valueType="num">
                                      <p:cBhvr additive="base">
                                        <p:cTn id="7" dur="1000"/>
                                        <p:tgtEl>
                                          <p:spTgt spid="465"/>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51"/>
          <p:cNvSpPr txBox="1">
            <a:spLocks noGrp="1"/>
          </p:cNvSpPr>
          <p:nvPr>
            <p:ph type="title"/>
          </p:nvPr>
        </p:nvSpPr>
        <p:spPr>
          <a:xfrm>
            <a:off x="228600" y="228600"/>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Meet the team</a:t>
            </a:r>
            <a:endParaRPr/>
          </a:p>
        </p:txBody>
      </p:sp>
      <p:sp>
        <p:nvSpPr>
          <p:cNvPr id="472" name="Google Shape;472;p51"/>
          <p:cNvSpPr txBox="1">
            <a:spLocks noGrp="1"/>
          </p:cNvSpPr>
          <p:nvPr>
            <p:ph type="subTitle" idx="4"/>
          </p:nvPr>
        </p:nvSpPr>
        <p:spPr>
          <a:xfrm>
            <a:off x="4377769" y="3173550"/>
            <a:ext cx="2778000" cy="3114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 sz="1400"/>
              <a:t>Aiyana Sharpe</a:t>
            </a:r>
            <a:endParaRPr sz="1400"/>
          </a:p>
        </p:txBody>
      </p:sp>
      <p:sp>
        <p:nvSpPr>
          <p:cNvPr id="473" name="Google Shape;473;p51"/>
          <p:cNvSpPr txBox="1">
            <a:spLocks noGrp="1"/>
          </p:cNvSpPr>
          <p:nvPr>
            <p:ph type="subTitle" idx="5"/>
          </p:nvPr>
        </p:nvSpPr>
        <p:spPr>
          <a:xfrm>
            <a:off x="4377781" y="3503691"/>
            <a:ext cx="1314600" cy="3114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sz="1500"/>
              <a:t>CTO</a:t>
            </a:r>
            <a:endParaRPr sz="1500"/>
          </a:p>
        </p:txBody>
      </p:sp>
      <p:sp>
        <p:nvSpPr>
          <p:cNvPr id="474" name="Google Shape;474;p51"/>
          <p:cNvSpPr txBox="1">
            <a:spLocks noGrp="1"/>
          </p:cNvSpPr>
          <p:nvPr>
            <p:ph type="body" idx="6"/>
          </p:nvPr>
        </p:nvSpPr>
        <p:spPr>
          <a:xfrm>
            <a:off x="4470156" y="3679812"/>
            <a:ext cx="2148900" cy="7665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 sz="1300"/>
              <a:t>Bridges genomic rigor with clinical workflow, leading technical development and assay design for a scalable, provider-friendly platform</a:t>
            </a:r>
            <a:endParaRPr sz="1100"/>
          </a:p>
        </p:txBody>
      </p:sp>
      <p:sp>
        <p:nvSpPr>
          <p:cNvPr id="475" name="Google Shape;475;p51"/>
          <p:cNvSpPr txBox="1">
            <a:spLocks noGrp="1"/>
          </p:cNvSpPr>
          <p:nvPr>
            <p:ph type="subTitle" idx="8"/>
          </p:nvPr>
        </p:nvSpPr>
        <p:spPr>
          <a:xfrm>
            <a:off x="6544503" y="1258925"/>
            <a:ext cx="1968600" cy="3114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 sz="1400"/>
              <a:t>Glo Jackson</a:t>
            </a:r>
            <a:endParaRPr sz="1400"/>
          </a:p>
        </p:txBody>
      </p:sp>
      <p:sp>
        <p:nvSpPr>
          <p:cNvPr id="476" name="Google Shape;476;p51"/>
          <p:cNvSpPr txBox="1">
            <a:spLocks noGrp="1"/>
          </p:cNvSpPr>
          <p:nvPr>
            <p:ph type="subTitle" idx="9"/>
          </p:nvPr>
        </p:nvSpPr>
        <p:spPr>
          <a:xfrm>
            <a:off x="6544493" y="1589079"/>
            <a:ext cx="1314600" cy="3114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sz="1500"/>
              <a:t>CEO</a:t>
            </a:r>
            <a:endParaRPr sz="1500"/>
          </a:p>
        </p:txBody>
      </p:sp>
      <p:sp>
        <p:nvSpPr>
          <p:cNvPr id="477" name="Google Shape;477;p51"/>
          <p:cNvSpPr txBox="1">
            <a:spLocks noGrp="1"/>
          </p:cNvSpPr>
          <p:nvPr>
            <p:ph type="body" idx="1"/>
          </p:nvPr>
        </p:nvSpPr>
        <p:spPr>
          <a:xfrm>
            <a:off x="6641450" y="1765200"/>
            <a:ext cx="2148900" cy="15687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 sz="1300"/>
              <a:t>Drives the development of personalized diagnostic tools by bridging clinical workflow insights with advanced genomic research</a:t>
            </a:r>
            <a:endParaRPr sz="1300"/>
          </a:p>
        </p:txBody>
      </p:sp>
      <p:grpSp>
        <p:nvGrpSpPr>
          <p:cNvPr id="478" name="Google Shape;478;p51"/>
          <p:cNvGrpSpPr/>
          <p:nvPr/>
        </p:nvGrpSpPr>
        <p:grpSpPr>
          <a:xfrm>
            <a:off x="3042713" y="380063"/>
            <a:ext cx="543525" cy="265250"/>
            <a:chOff x="3195113" y="380063"/>
            <a:chExt cx="543525" cy="265250"/>
          </a:xfrm>
        </p:grpSpPr>
        <p:cxnSp>
          <p:nvCxnSpPr>
            <p:cNvPr id="479" name="Google Shape;479;p51"/>
            <p:cNvCxnSpPr/>
            <p:nvPr/>
          </p:nvCxnSpPr>
          <p:spPr>
            <a:xfrm rot="10800000" flipH="1">
              <a:off x="3195113" y="380063"/>
              <a:ext cx="208200" cy="141600"/>
            </a:xfrm>
            <a:prstGeom prst="straightConnector1">
              <a:avLst/>
            </a:prstGeom>
            <a:noFill/>
            <a:ln w="19050" cap="flat" cmpd="sng">
              <a:solidFill>
                <a:schemeClr val="lt2"/>
              </a:solidFill>
              <a:prstDash val="solid"/>
              <a:round/>
              <a:headEnd type="none" w="med" len="med"/>
              <a:tailEnd type="none" w="med" len="med"/>
            </a:ln>
          </p:spPr>
        </p:cxnSp>
        <p:cxnSp>
          <p:nvCxnSpPr>
            <p:cNvPr id="480" name="Google Shape;480;p51"/>
            <p:cNvCxnSpPr/>
            <p:nvPr/>
          </p:nvCxnSpPr>
          <p:spPr>
            <a:xfrm rot="10800000" flipH="1">
              <a:off x="3211238" y="435525"/>
              <a:ext cx="527400" cy="145200"/>
            </a:xfrm>
            <a:prstGeom prst="straightConnector1">
              <a:avLst/>
            </a:prstGeom>
            <a:noFill/>
            <a:ln w="19050" cap="flat" cmpd="sng">
              <a:solidFill>
                <a:schemeClr val="lt2"/>
              </a:solidFill>
              <a:prstDash val="solid"/>
              <a:round/>
              <a:headEnd type="none" w="med" len="med"/>
              <a:tailEnd type="none" w="med" len="med"/>
            </a:ln>
          </p:spPr>
        </p:cxnSp>
        <p:cxnSp>
          <p:nvCxnSpPr>
            <p:cNvPr id="481" name="Google Shape;481;p51"/>
            <p:cNvCxnSpPr/>
            <p:nvPr/>
          </p:nvCxnSpPr>
          <p:spPr>
            <a:xfrm rot="10800000" flipH="1">
              <a:off x="3232763" y="634513"/>
              <a:ext cx="258300" cy="10800"/>
            </a:xfrm>
            <a:prstGeom prst="straightConnector1">
              <a:avLst/>
            </a:prstGeom>
            <a:noFill/>
            <a:ln w="19050" cap="flat" cmpd="sng">
              <a:solidFill>
                <a:schemeClr val="lt2"/>
              </a:solidFill>
              <a:prstDash val="solid"/>
              <a:round/>
              <a:headEnd type="none" w="med" len="med"/>
              <a:tailEnd type="none" w="med" len="med"/>
            </a:ln>
          </p:spPr>
        </p:cxnSp>
      </p:grpSp>
      <p:pic>
        <p:nvPicPr>
          <p:cNvPr id="482" name="Google Shape;482;p51" title="IMG_0163.JPG"/>
          <p:cNvPicPr preferRelativeResize="0"/>
          <p:nvPr/>
        </p:nvPicPr>
        <p:blipFill rotWithShape="1">
          <a:blip r:embed="rId3">
            <a:alphaModFix/>
          </a:blip>
          <a:srcRect l="2969" t="27283"/>
          <a:stretch/>
        </p:blipFill>
        <p:spPr>
          <a:xfrm>
            <a:off x="3154650" y="3334000"/>
            <a:ext cx="1223125" cy="1458099"/>
          </a:xfrm>
          <a:prstGeom prst="rect">
            <a:avLst/>
          </a:prstGeom>
          <a:noFill/>
          <a:ln>
            <a:noFill/>
          </a:ln>
        </p:spPr>
      </p:pic>
      <p:sp>
        <p:nvSpPr>
          <p:cNvPr id="483" name="Google Shape;483;p51"/>
          <p:cNvSpPr txBox="1">
            <a:spLocks noGrp="1"/>
          </p:cNvSpPr>
          <p:nvPr>
            <p:ph type="subTitle" idx="8"/>
          </p:nvPr>
        </p:nvSpPr>
        <p:spPr>
          <a:xfrm>
            <a:off x="1965072" y="1251325"/>
            <a:ext cx="2148900" cy="3114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 sz="1400"/>
              <a:t>Farruh Turgunov</a:t>
            </a:r>
            <a:endParaRPr sz="1400"/>
          </a:p>
        </p:txBody>
      </p:sp>
      <p:sp>
        <p:nvSpPr>
          <p:cNvPr id="484" name="Google Shape;484;p51"/>
          <p:cNvSpPr txBox="1">
            <a:spLocks noGrp="1"/>
          </p:cNvSpPr>
          <p:nvPr>
            <p:ph type="subTitle" idx="9"/>
          </p:nvPr>
        </p:nvSpPr>
        <p:spPr>
          <a:xfrm>
            <a:off x="1965081" y="1581466"/>
            <a:ext cx="1314600" cy="3114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sz="1500"/>
              <a:t>CFO</a:t>
            </a:r>
            <a:endParaRPr sz="1500"/>
          </a:p>
        </p:txBody>
      </p:sp>
      <p:sp>
        <p:nvSpPr>
          <p:cNvPr id="485" name="Google Shape;485;p51"/>
          <p:cNvSpPr txBox="1">
            <a:spLocks noGrp="1"/>
          </p:cNvSpPr>
          <p:nvPr>
            <p:ph type="body" idx="1"/>
          </p:nvPr>
        </p:nvSpPr>
        <p:spPr>
          <a:xfrm>
            <a:off x="2062031" y="1757587"/>
            <a:ext cx="2148900" cy="766500"/>
          </a:xfrm>
          <a:prstGeom prst="rect">
            <a:avLst/>
          </a:prstGeom>
        </p:spPr>
        <p:txBody>
          <a:bodyPr spcFirstLastPara="1" wrap="square" lIns="0" tIns="91425" rIns="91425" bIns="91425" anchor="t" anchorCtr="0">
            <a:noAutofit/>
          </a:bodyPr>
          <a:lstStyle/>
          <a:p>
            <a:pPr marL="0" lvl="0" indent="0" algn="l" rtl="0">
              <a:spcBef>
                <a:spcPts val="0"/>
              </a:spcBef>
              <a:spcAft>
                <a:spcPts val="0"/>
              </a:spcAft>
              <a:buNone/>
            </a:pPr>
            <a:r>
              <a:rPr lang="en" sz="1300"/>
              <a:t>Directs financial strategy, market analysis, and venture positioning to ensure long-term sustainability</a:t>
            </a:r>
            <a:endParaRPr sz="1300"/>
          </a:p>
        </p:txBody>
      </p:sp>
      <p:pic>
        <p:nvPicPr>
          <p:cNvPr id="486" name="Google Shape;486;p51"/>
          <p:cNvPicPr preferRelativeResize="0"/>
          <p:nvPr/>
        </p:nvPicPr>
        <p:blipFill>
          <a:blip r:embed="rId4">
            <a:alphaModFix/>
          </a:blip>
          <a:stretch>
            <a:fillRect/>
          </a:stretch>
        </p:blipFill>
        <p:spPr>
          <a:xfrm>
            <a:off x="842950" y="1273349"/>
            <a:ext cx="943872" cy="1258496"/>
          </a:xfrm>
          <a:prstGeom prst="rect">
            <a:avLst/>
          </a:prstGeom>
          <a:noFill/>
          <a:ln>
            <a:noFill/>
          </a:ln>
        </p:spPr>
      </p:pic>
      <p:pic>
        <p:nvPicPr>
          <p:cNvPr id="487" name="Google Shape;487;p51"/>
          <p:cNvPicPr preferRelativeResize="0"/>
          <p:nvPr/>
        </p:nvPicPr>
        <p:blipFill>
          <a:blip r:embed="rId5">
            <a:alphaModFix/>
          </a:blip>
          <a:stretch>
            <a:fillRect/>
          </a:stretch>
        </p:blipFill>
        <p:spPr>
          <a:xfrm>
            <a:off x="5432548" y="1273348"/>
            <a:ext cx="943874" cy="12585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2"/>
          <p:cNvSpPr/>
          <p:nvPr/>
        </p:nvSpPr>
        <p:spPr>
          <a:xfrm>
            <a:off x="2004588" y="2576250"/>
            <a:ext cx="1711800" cy="3474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00">
              <a:solidFill>
                <a:schemeClr val="dk2"/>
              </a:solidFill>
              <a:latin typeface="Poppins SemiBold"/>
              <a:ea typeface="Poppins SemiBold"/>
              <a:cs typeface="Poppins SemiBold"/>
              <a:sym typeface="Poppins SemiBold"/>
            </a:endParaRPr>
          </a:p>
        </p:txBody>
      </p:sp>
      <p:sp>
        <p:nvSpPr>
          <p:cNvPr id="493" name="Google Shape;493;p52"/>
          <p:cNvSpPr/>
          <p:nvPr/>
        </p:nvSpPr>
        <p:spPr>
          <a:xfrm>
            <a:off x="3747363" y="2576250"/>
            <a:ext cx="1711800" cy="3474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00">
              <a:solidFill>
                <a:schemeClr val="dk2"/>
              </a:solidFill>
              <a:latin typeface="Poppins SemiBold"/>
              <a:ea typeface="Poppins SemiBold"/>
              <a:cs typeface="Poppins SemiBold"/>
              <a:sym typeface="Poppins SemiBold"/>
            </a:endParaRPr>
          </a:p>
        </p:txBody>
      </p:sp>
      <p:sp>
        <p:nvSpPr>
          <p:cNvPr id="494" name="Google Shape;494;p52"/>
          <p:cNvSpPr/>
          <p:nvPr/>
        </p:nvSpPr>
        <p:spPr>
          <a:xfrm>
            <a:off x="195388" y="2588275"/>
            <a:ext cx="1711800" cy="3474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00">
              <a:solidFill>
                <a:schemeClr val="dk2"/>
              </a:solidFill>
              <a:latin typeface="Poppins SemiBold"/>
              <a:ea typeface="Poppins SemiBold"/>
              <a:cs typeface="Poppins SemiBold"/>
              <a:sym typeface="Poppins SemiBold"/>
            </a:endParaRPr>
          </a:p>
        </p:txBody>
      </p:sp>
      <p:sp>
        <p:nvSpPr>
          <p:cNvPr id="495" name="Google Shape;495;p52"/>
          <p:cNvSpPr/>
          <p:nvPr/>
        </p:nvSpPr>
        <p:spPr>
          <a:xfrm>
            <a:off x="7232913" y="2576250"/>
            <a:ext cx="1711800" cy="3474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00">
              <a:solidFill>
                <a:schemeClr val="dk2"/>
              </a:solidFill>
              <a:latin typeface="Poppins SemiBold"/>
              <a:ea typeface="Poppins SemiBold"/>
              <a:cs typeface="Poppins SemiBold"/>
              <a:sym typeface="Poppins SemiBold"/>
            </a:endParaRPr>
          </a:p>
        </p:txBody>
      </p:sp>
      <p:sp>
        <p:nvSpPr>
          <p:cNvPr id="496" name="Google Shape;496;p52"/>
          <p:cNvSpPr/>
          <p:nvPr/>
        </p:nvSpPr>
        <p:spPr>
          <a:xfrm>
            <a:off x="5486238" y="2576188"/>
            <a:ext cx="1711800" cy="3474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000">
              <a:solidFill>
                <a:schemeClr val="dk2"/>
              </a:solidFill>
              <a:latin typeface="Poppins SemiBold"/>
              <a:ea typeface="Poppins SemiBold"/>
              <a:cs typeface="Poppins SemiBold"/>
              <a:sym typeface="Poppins SemiBold"/>
            </a:endParaRPr>
          </a:p>
        </p:txBody>
      </p:sp>
      <p:sp>
        <p:nvSpPr>
          <p:cNvPr id="497" name="Google Shape;497;p52"/>
          <p:cNvSpPr txBox="1">
            <a:spLocks noGrp="1"/>
          </p:cNvSpPr>
          <p:nvPr>
            <p:ph type="subTitle" idx="1"/>
          </p:nvPr>
        </p:nvSpPr>
        <p:spPr>
          <a:xfrm>
            <a:off x="5486238" y="2576200"/>
            <a:ext cx="1676100" cy="347400"/>
          </a:xfrm>
          <a:prstGeom prst="rect">
            <a:avLst/>
          </a:prstGeom>
        </p:spPr>
        <p:txBody>
          <a:bodyPr spcFirstLastPara="1" wrap="square" lIns="182875" tIns="0" rIns="182875" bIns="0" anchor="ctr" anchorCtr="0">
            <a:noAutofit/>
          </a:bodyPr>
          <a:lstStyle/>
          <a:p>
            <a:pPr marL="0" lvl="0" indent="0" algn="l" rtl="0">
              <a:spcBef>
                <a:spcPts val="0"/>
              </a:spcBef>
              <a:spcAft>
                <a:spcPts val="0"/>
              </a:spcAft>
              <a:buNone/>
            </a:pPr>
            <a:r>
              <a:rPr lang="en"/>
              <a:t>Molecular Analysis</a:t>
            </a:r>
            <a:endParaRPr/>
          </a:p>
        </p:txBody>
      </p:sp>
      <p:sp>
        <p:nvSpPr>
          <p:cNvPr id="498" name="Google Shape;498;p52"/>
          <p:cNvSpPr txBox="1">
            <a:spLocks noGrp="1"/>
          </p:cNvSpPr>
          <p:nvPr>
            <p:ph type="subTitle" idx="2"/>
          </p:nvPr>
        </p:nvSpPr>
        <p:spPr>
          <a:xfrm>
            <a:off x="2004588" y="2576250"/>
            <a:ext cx="1715400" cy="347400"/>
          </a:xfrm>
          <a:prstGeom prst="rect">
            <a:avLst/>
          </a:prstGeom>
        </p:spPr>
        <p:txBody>
          <a:bodyPr spcFirstLastPara="1" wrap="square" lIns="182875" tIns="0" rIns="182875" bIns="0" anchor="ctr" anchorCtr="0">
            <a:noAutofit/>
          </a:bodyPr>
          <a:lstStyle/>
          <a:p>
            <a:pPr marL="0" lvl="0" indent="0" algn="l" rtl="0">
              <a:spcBef>
                <a:spcPts val="0"/>
              </a:spcBef>
              <a:spcAft>
                <a:spcPts val="0"/>
              </a:spcAft>
              <a:buNone/>
            </a:pPr>
            <a:r>
              <a:rPr lang="en"/>
              <a:t>Test Ordered</a:t>
            </a:r>
            <a:endParaRPr/>
          </a:p>
        </p:txBody>
      </p:sp>
      <p:sp>
        <p:nvSpPr>
          <p:cNvPr id="499" name="Google Shape;499;p52"/>
          <p:cNvSpPr txBox="1">
            <a:spLocks noGrp="1"/>
          </p:cNvSpPr>
          <p:nvPr>
            <p:ph type="subTitle" idx="3"/>
          </p:nvPr>
        </p:nvSpPr>
        <p:spPr>
          <a:xfrm>
            <a:off x="3747363" y="2576250"/>
            <a:ext cx="1711800" cy="347400"/>
          </a:xfrm>
          <a:prstGeom prst="rect">
            <a:avLst/>
          </a:prstGeom>
        </p:spPr>
        <p:txBody>
          <a:bodyPr spcFirstLastPara="1" wrap="square" lIns="182875" tIns="0" rIns="182875" bIns="0" anchor="ctr" anchorCtr="0">
            <a:noAutofit/>
          </a:bodyPr>
          <a:lstStyle/>
          <a:p>
            <a:pPr marL="0" lvl="0" indent="0" algn="l" rtl="0">
              <a:spcBef>
                <a:spcPts val="0"/>
              </a:spcBef>
              <a:spcAft>
                <a:spcPts val="0"/>
              </a:spcAft>
              <a:buNone/>
            </a:pPr>
            <a:r>
              <a:rPr lang="en"/>
              <a:t>Collect Sample</a:t>
            </a:r>
            <a:endParaRPr/>
          </a:p>
        </p:txBody>
      </p:sp>
      <p:sp>
        <p:nvSpPr>
          <p:cNvPr id="500" name="Google Shape;500;p52"/>
          <p:cNvSpPr txBox="1">
            <a:spLocks noGrp="1"/>
          </p:cNvSpPr>
          <p:nvPr>
            <p:ph type="subTitle" idx="4"/>
          </p:nvPr>
        </p:nvSpPr>
        <p:spPr>
          <a:xfrm>
            <a:off x="195388" y="2588275"/>
            <a:ext cx="1715400" cy="347400"/>
          </a:xfrm>
          <a:prstGeom prst="rect">
            <a:avLst/>
          </a:prstGeom>
        </p:spPr>
        <p:txBody>
          <a:bodyPr spcFirstLastPara="1" wrap="square" lIns="182875" tIns="0" rIns="182875" bIns="0" anchor="ctr" anchorCtr="0">
            <a:noAutofit/>
          </a:bodyPr>
          <a:lstStyle/>
          <a:p>
            <a:pPr marL="0" lvl="0" indent="0" algn="l" rtl="0">
              <a:spcBef>
                <a:spcPts val="0"/>
              </a:spcBef>
              <a:spcAft>
                <a:spcPts val="0"/>
              </a:spcAft>
              <a:buNone/>
            </a:pPr>
            <a:r>
              <a:rPr lang="en"/>
              <a:t>Patient Consultation</a:t>
            </a:r>
            <a:endParaRPr/>
          </a:p>
        </p:txBody>
      </p:sp>
      <p:sp>
        <p:nvSpPr>
          <p:cNvPr id="501" name="Google Shape;501;p52"/>
          <p:cNvSpPr txBox="1">
            <a:spLocks noGrp="1"/>
          </p:cNvSpPr>
          <p:nvPr>
            <p:ph type="subTitle" idx="5"/>
          </p:nvPr>
        </p:nvSpPr>
        <p:spPr>
          <a:xfrm>
            <a:off x="7358013" y="2576200"/>
            <a:ext cx="1590600" cy="347400"/>
          </a:xfrm>
          <a:prstGeom prst="rect">
            <a:avLst/>
          </a:prstGeom>
        </p:spPr>
        <p:txBody>
          <a:bodyPr spcFirstLastPara="1" wrap="square" lIns="182875" tIns="0" rIns="182875" bIns="0" anchor="ctr" anchorCtr="0">
            <a:noAutofit/>
          </a:bodyPr>
          <a:lstStyle/>
          <a:p>
            <a:pPr marL="0" lvl="0" indent="0" algn="l" rtl="0">
              <a:spcBef>
                <a:spcPts val="0"/>
              </a:spcBef>
              <a:spcAft>
                <a:spcPts val="0"/>
              </a:spcAft>
              <a:buNone/>
            </a:pPr>
            <a:r>
              <a:rPr lang="en"/>
              <a:t>Personalized Care</a:t>
            </a:r>
            <a:endParaRPr/>
          </a:p>
        </p:txBody>
      </p:sp>
      <p:sp>
        <p:nvSpPr>
          <p:cNvPr id="502" name="Google Shape;502;p52"/>
          <p:cNvSpPr txBox="1">
            <a:spLocks noGrp="1"/>
          </p:cNvSpPr>
          <p:nvPr>
            <p:ph type="title"/>
          </p:nvPr>
        </p:nvSpPr>
        <p:spPr>
          <a:xfrm>
            <a:off x="228600" y="256925"/>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CycleSIGHT Journey</a:t>
            </a:r>
            <a:endParaRPr/>
          </a:p>
        </p:txBody>
      </p:sp>
      <p:sp>
        <p:nvSpPr>
          <p:cNvPr id="503" name="Google Shape;503;p52"/>
          <p:cNvSpPr txBox="1"/>
          <p:nvPr/>
        </p:nvSpPr>
        <p:spPr>
          <a:xfrm>
            <a:off x="6701828" y="2571749"/>
            <a:ext cx="500100" cy="356400"/>
          </a:xfrm>
          <a:prstGeom prst="rect">
            <a:avLst/>
          </a:prstGeom>
          <a:noFill/>
          <a:ln>
            <a:noFill/>
          </a:ln>
        </p:spPr>
        <p:txBody>
          <a:bodyPr spcFirstLastPara="1" wrap="square" lIns="91425" tIns="91425" rIns="137150" bIns="91425" anchor="ctr" anchorCtr="0">
            <a:noAutofit/>
          </a:bodyPr>
          <a:lstStyle/>
          <a:p>
            <a:pPr marL="457200" lvl="0" indent="-292100" algn="r" rtl="0">
              <a:spcBef>
                <a:spcPts val="0"/>
              </a:spcBef>
              <a:spcAft>
                <a:spcPts val="0"/>
              </a:spcAft>
              <a:buClr>
                <a:schemeClr val="dk2"/>
              </a:buClr>
              <a:buSzPts val="1000"/>
              <a:buFont typeface="Poppins"/>
              <a:buChar char="➔"/>
            </a:pPr>
            <a:endParaRPr sz="1000">
              <a:solidFill>
                <a:schemeClr val="dk2"/>
              </a:solidFill>
              <a:latin typeface="Poppins"/>
              <a:ea typeface="Poppins"/>
              <a:cs typeface="Poppins"/>
              <a:sym typeface="Poppins"/>
            </a:endParaRPr>
          </a:p>
        </p:txBody>
      </p:sp>
      <p:sp>
        <p:nvSpPr>
          <p:cNvPr id="504" name="Google Shape;504;p52"/>
          <p:cNvSpPr txBox="1"/>
          <p:nvPr/>
        </p:nvSpPr>
        <p:spPr>
          <a:xfrm>
            <a:off x="3216278" y="2571811"/>
            <a:ext cx="500100" cy="356400"/>
          </a:xfrm>
          <a:prstGeom prst="rect">
            <a:avLst/>
          </a:prstGeom>
          <a:noFill/>
          <a:ln>
            <a:noFill/>
          </a:ln>
        </p:spPr>
        <p:txBody>
          <a:bodyPr spcFirstLastPara="1" wrap="square" lIns="91425" tIns="91425" rIns="137150" bIns="91425" anchor="ctr" anchorCtr="0">
            <a:noAutofit/>
          </a:bodyPr>
          <a:lstStyle/>
          <a:p>
            <a:pPr marL="457200" lvl="0" indent="-292100" algn="r" rtl="0">
              <a:spcBef>
                <a:spcPts val="0"/>
              </a:spcBef>
              <a:spcAft>
                <a:spcPts val="0"/>
              </a:spcAft>
              <a:buClr>
                <a:schemeClr val="dk2"/>
              </a:buClr>
              <a:buSzPts val="1000"/>
              <a:buFont typeface="Poppins"/>
              <a:buChar char="➔"/>
            </a:pPr>
            <a:endParaRPr sz="1000">
              <a:solidFill>
                <a:schemeClr val="dk2"/>
              </a:solidFill>
              <a:latin typeface="Poppins"/>
              <a:ea typeface="Poppins"/>
              <a:cs typeface="Poppins"/>
              <a:sym typeface="Poppins"/>
            </a:endParaRPr>
          </a:p>
        </p:txBody>
      </p:sp>
      <p:sp>
        <p:nvSpPr>
          <p:cNvPr id="505" name="Google Shape;505;p52"/>
          <p:cNvSpPr txBox="1"/>
          <p:nvPr/>
        </p:nvSpPr>
        <p:spPr>
          <a:xfrm>
            <a:off x="4955153" y="2571811"/>
            <a:ext cx="500100" cy="356400"/>
          </a:xfrm>
          <a:prstGeom prst="rect">
            <a:avLst/>
          </a:prstGeom>
          <a:noFill/>
          <a:ln>
            <a:noFill/>
          </a:ln>
        </p:spPr>
        <p:txBody>
          <a:bodyPr spcFirstLastPara="1" wrap="square" lIns="91425" tIns="91425" rIns="137150" bIns="91425" anchor="ctr" anchorCtr="0">
            <a:noAutofit/>
          </a:bodyPr>
          <a:lstStyle/>
          <a:p>
            <a:pPr marL="457200" lvl="0" indent="-292100" algn="r" rtl="0">
              <a:spcBef>
                <a:spcPts val="0"/>
              </a:spcBef>
              <a:spcAft>
                <a:spcPts val="0"/>
              </a:spcAft>
              <a:buClr>
                <a:schemeClr val="dk2"/>
              </a:buClr>
              <a:buSzPts val="1000"/>
              <a:buFont typeface="Poppins"/>
              <a:buChar char="➔"/>
            </a:pPr>
            <a:endParaRPr sz="1000">
              <a:solidFill>
                <a:schemeClr val="dk2"/>
              </a:solidFill>
              <a:latin typeface="Poppins"/>
              <a:ea typeface="Poppins"/>
              <a:cs typeface="Poppins"/>
              <a:sym typeface="Poppins"/>
            </a:endParaRPr>
          </a:p>
        </p:txBody>
      </p:sp>
      <p:sp>
        <p:nvSpPr>
          <p:cNvPr id="506" name="Google Shape;506;p52"/>
          <p:cNvSpPr txBox="1"/>
          <p:nvPr/>
        </p:nvSpPr>
        <p:spPr>
          <a:xfrm>
            <a:off x="1399278" y="2583836"/>
            <a:ext cx="500100" cy="356400"/>
          </a:xfrm>
          <a:prstGeom prst="rect">
            <a:avLst/>
          </a:prstGeom>
          <a:noFill/>
          <a:ln>
            <a:noFill/>
          </a:ln>
        </p:spPr>
        <p:txBody>
          <a:bodyPr spcFirstLastPara="1" wrap="square" lIns="91425" tIns="91425" rIns="137150" bIns="91425" anchor="ctr" anchorCtr="0">
            <a:noAutofit/>
          </a:bodyPr>
          <a:lstStyle/>
          <a:p>
            <a:pPr marL="457200" lvl="0" indent="-292100" algn="r" rtl="0">
              <a:spcBef>
                <a:spcPts val="0"/>
              </a:spcBef>
              <a:spcAft>
                <a:spcPts val="0"/>
              </a:spcAft>
              <a:buClr>
                <a:schemeClr val="dk2"/>
              </a:buClr>
              <a:buSzPts val="1000"/>
              <a:buFont typeface="Poppins"/>
              <a:buChar char="➔"/>
            </a:pPr>
            <a:endParaRPr sz="1000">
              <a:solidFill>
                <a:schemeClr val="dk2"/>
              </a:solidFill>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9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53"/>
          <p:cNvSpPr/>
          <p:nvPr/>
        </p:nvSpPr>
        <p:spPr>
          <a:xfrm>
            <a:off x="527225" y="2479950"/>
            <a:ext cx="2250300" cy="318000"/>
          </a:xfrm>
          <a:prstGeom prst="roundRect">
            <a:avLst>
              <a:gd name="adj" fmla="val 50000"/>
            </a:avLst>
          </a:prstGeom>
          <a:solidFill>
            <a:schemeClr val="lt2"/>
          </a:solidFill>
          <a:ln>
            <a:noFill/>
          </a:ln>
        </p:spPr>
        <p:txBody>
          <a:bodyPr spcFirstLastPara="1" wrap="square" lIns="218025" tIns="72700" rIns="218025" bIns="72700" anchor="ctr" anchorCtr="0">
            <a:noAutofit/>
          </a:bodyPr>
          <a:lstStyle/>
          <a:p>
            <a:pPr marL="0" lvl="0" indent="0" algn="l" rtl="0">
              <a:spcBef>
                <a:spcPts val="0"/>
              </a:spcBef>
              <a:spcAft>
                <a:spcPts val="0"/>
              </a:spcAft>
              <a:buNone/>
            </a:pPr>
            <a:endParaRPr sz="795" b="1">
              <a:solidFill>
                <a:schemeClr val="dk2"/>
              </a:solidFill>
              <a:latin typeface="Nunito Sans"/>
              <a:ea typeface="Nunito Sans"/>
              <a:cs typeface="Nunito Sans"/>
              <a:sym typeface="Nunito Sans"/>
            </a:endParaRPr>
          </a:p>
        </p:txBody>
      </p:sp>
      <p:sp>
        <p:nvSpPr>
          <p:cNvPr id="512" name="Google Shape;512;p53"/>
          <p:cNvSpPr/>
          <p:nvPr/>
        </p:nvSpPr>
        <p:spPr>
          <a:xfrm>
            <a:off x="525710" y="3774363"/>
            <a:ext cx="2250300" cy="318000"/>
          </a:xfrm>
          <a:prstGeom prst="roundRect">
            <a:avLst>
              <a:gd name="adj" fmla="val 50000"/>
            </a:avLst>
          </a:prstGeom>
          <a:solidFill>
            <a:schemeClr val="lt2"/>
          </a:solidFill>
          <a:ln>
            <a:noFill/>
          </a:ln>
        </p:spPr>
        <p:txBody>
          <a:bodyPr spcFirstLastPara="1" wrap="square" lIns="218025" tIns="72700" rIns="218025" bIns="72700" anchor="ctr" anchorCtr="0">
            <a:noAutofit/>
          </a:bodyPr>
          <a:lstStyle/>
          <a:p>
            <a:pPr marL="0" lvl="0" indent="0" algn="l" rtl="0">
              <a:spcBef>
                <a:spcPts val="0"/>
              </a:spcBef>
              <a:spcAft>
                <a:spcPts val="0"/>
              </a:spcAft>
              <a:buNone/>
            </a:pPr>
            <a:endParaRPr sz="795" b="1">
              <a:solidFill>
                <a:schemeClr val="dk2"/>
              </a:solidFill>
              <a:latin typeface="Nunito Sans"/>
              <a:ea typeface="Nunito Sans"/>
              <a:cs typeface="Nunito Sans"/>
              <a:sym typeface="Nunito Sans"/>
            </a:endParaRPr>
          </a:p>
        </p:txBody>
      </p:sp>
      <p:sp>
        <p:nvSpPr>
          <p:cNvPr id="513" name="Google Shape;513;p53"/>
          <p:cNvSpPr/>
          <p:nvPr/>
        </p:nvSpPr>
        <p:spPr>
          <a:xfrm>
            <a:off x="528029" y="1078311"/>
            <a:ext cx="2250300" cy="318000"/>
          </a:xfrm>
          <a:prstGeom prst="roundRect">
            <a:avLst>
              <a:gd name="adj" fmla="val 50000"/>
            </a:avLst>
          </a:prstGeom>
          <a:solidFill>
            <a:schemeClr val="lt2"/>
          </a:solidFill>
          <a:ln>
            <a:noFill/>
          </a:ln>
        </p:spPr>
        <p:txBody>
          <a:bodyPr spcFirstLastPara="1" wrap="square" lIns="218025" tIns="72700" rIns="218025" bIns="72700" anchor="ctr" anchorCtr="0">
            <a:noAutofit/>
          </a:bodyPr>
          <a:lstStyle/>
          <a:p>
            <a:pPr marL="0" lvl="0" indent="0" algn="l" rtl="0">
              <a:spcBef>
                <a:spcPts val="0"/>
              </a:spcBef>
              <a:spcAft>
                <a:spcPts val="0"/>
              </a:spcAft>
              <a:buNone/>
            </a:pPr>
            <a:endParaRPr sz="795" b="1">
              <a:solidFill>
                <a:schemeClr val="dk2"/>
              </a:solidFill>
              <a:latin typeface="Nunito Sans"/>
              <a:ea typeface="Nunito Sans"/>
              <a:cs typeface="Nunito Sans"/>
              <a:sym typeface="Nunito Sans"/>
            </a:endParaRPr>
          </a:p>
        </p:txBody>
      </p:sp>
      <p:sp>
        <p:nvSpPr>
          <p:cNvPr id="514" name="Google Shape;514;p53"/>
          <p:cNvSpPr txBox="1">
            <a:spLocks noGrp="1"/>
          </p:cNvSpPr>
          <p:nvPr>
            <p:ph type="subTitle" idx="1"/>
          </p:nvPr>
        </p:nvSpPr>
        <p:spPr>
          <a:xfrm>
            <a:off x="527225" y="2479950"/>
            <a:ext cx="2253300" cy="318000"/>
          </a:xfrm>
          <a:prstGeom prst="rect">
            <a:avLst/>
          </a:prstGeom>
        </p:spPr>
        <p:txBody>
          <a:bodyPr spcFirstLastPara="1" wrap="square" lIns="72700" tIns="72700" rIns="72700" bIns="72700" anchor="ctr" anchorCtr="0">
            <a:noAutofit/>
          </a:bodyPr>
          <a:lstStyle/>
          <a:p>
            <a:pPr marL="0" lvl="0" indent="0" algn="ctr" rtl="0">
              <a:spcBef>
                <a:spcPts val="0"/>
              </a:spcBef>
              <a:spcAft>
                <a:spcPts val="0"/>
              </a:spcAft>
              <a:buNone/>
            </a:pPr>
            <a:r>
              <a:rPr lang="en" sz="1590"/>
              <a:t>Drug Metabolism</a:t>
            </a:r>
            <a:endParaRPr sz="1590"/>
          </a:p>
        </p:txBody>
      </p:sp>
      <p:sp>
        <p:nvSpPr>
          <p:cNvPr id="515" name="Google Shape;515;p53"/>
          <p:cNvSpPr txBox="1">
            <a:spLocks noGrp="1"/>
          </p:cNvSpPr>
          <p:nvPr>
            <p:ph type="subTitle" idx="2"/>
          </p:nvPr>
        </p:nvSpPr>
        <p:spPr>
          <a:xfrm>
            <a:off x="526409" y="1078311"/>
            <a:ext cx="2253300" cy="318000"/>
          </a:xfrm>
          <a:prstGeom prst="rect">
            <a:avLst/>
          </a:prstGeom>
        </p:spPr>
        <p:txBody>
          <a:bodyPr spcFirstLastPara="1" wrap="square" lIns="72700" tIns="72700" rIns="72700" bIns="72700" anchor="ctr" anchorCtr="0">
            <a:noAutofit/>
          </a:bodyPr>
          <a:lstStyle/>
          <a:p>
            <a:pPr marL="0" lvl="0" indent="0" algn="ctr" rtl="0">
              <a:spcBef>
                <a:spcPts val="0"/>
              </a:spcBef>
              <a:spcAft>
                <a:spcPts val="0"/>
              </a:spcAft>
              <a:buNone/>
            </a:pPr>
            <a:r>
              <a:rPr lang="en" sz="1590"/>
              <a:t>Pain Sensitivity</a:t>
            </a:r>
            <a:endParaRPr sz="1590"/>
          </a:p>
        </p:txBody>
      </p:sp>
      <p:sp>
        <p:nvSpPr>
          <p:cNvPr id="516" name="Google Shape;516;p53"/>
          <p:cNvSpPr txBox="1">
            <a:spLocks noGrp="1"/>
          </p:cNvSpPr>
          <p:nvPr>
            <p:ph type="subTitle" idx="3"/>
          </p:nvPr>
        </p:nvSpPr>
        <p:spPr>
          <a:xfrm>
            <a:off x="525739" y="3774363"/>
            <a:ext cx="2253300" cy="318000"/>
          </a:xfrm>
          <a:prstGeom prst="rect">
            <a:avLst/>
          </a:prstGeom>
        </p:spPr>
        <p:txBody>
          <a:bodyPr spcFirstLastPara="1" wrap="square" lIns="72700" tIns="72700" rIns="72700" bIns="72700" anchor="ctr" anchorCtr="0">
            <a:noAutofit/>
          </a:bodyPr>
          <a:lstStyle/>
          <a:p>
            <a:pPr marL="0" lvl="0" indent="0" algn="l" rtl="0">
              <a:spcBef>
                <a:spcPts val="0"/>
              </a:spcBef>
              <a:spcAft>
                <a:spcPts val="0"/>
              </a:spcAft>
              <a:buNone/>
            </a:pPr>
            <a:r>
              <a:rPr lang="en" sz="1431"/>
              <a:t>Endometriosis Risk</a:t>
            </a:r>
            <a:endParaRPr sz="1431"/>
          </a:p>
        </p:txBody>
      </p:sp>
      <p:sp>
        <p:nvSpPr>
          <p:cNvPr id="517" name="Google Shape;517;p53"/>
          <p:cNvSpPr txBox="1">
            <a:spLocks noGrp="1"/>
          </p:cNvSpPr>
          <p:nvPr>
            <p:ph type="title"/>
          </p:nvPr>
        </p:nvSpPr>
        <p:spPr>
          <a:xfrm>
            <a:off x="301050" y="256925"/>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SNPs of Interest</a:t>
            </a:r>
            <a:endParaRPr/>
          </a:p>
        </p:txBody>
      </p:sp>
      <p:sp>
        <p:nvSpPr>
          <p:cNvPr id="518" name="Google Shape;518;p53"/>
          <p:cNvSpPr txBox="1"/>
          <p:nvPr/>
        </p:nvSpPr>
        <p:spPr>
          <a:xfrm>
            <a:off x="527225" y="2804450"/>
            <a:ext cx="2368500" cy="61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54" b="1">
                <a:solidFill>
                  <a:schemeClr val="dk1"/>
                </a:solidFill>
                <a:latin typeface="Nunito Sans"/>
                <a:ea typeface="Nunito Sans"/>
                <a:cs typeface="Nunito Sans"/>
                <a:sym typeface="Nunito Sans"/>
              </a:rPr>
              <a:t>SNPs rs1799853 &amp; rs1057910 in the CYP2C9 gene</a:t>
            </a:r>
            <a:endParaRPr sz="1700">
              <a:solidFill>
                <a:schemeClr val="dk1"/>
              </a:solidFill>
              <a:latin typeface="Nunito Sans"/>
              <a:ea typeface="Nunito Sans"/>
              <a:cs typeface="Nunito Sans"/>
              <a:sym typeface="Nunito Sans"/>
            </a:endParaRPr>
          </a:p>
        </p:txBody>
      </p:sp>
      <p:sp>
        <p:nvSpPr>
          <p:cNvPr id="519" name="Google Shape;519;p53"/>
          <p:cNvSpPr txBox="1"/>
          <p:nvPr/>
        </p:nvSpPr>
        <p:spPr>
          <a:xfrm>
            <a:off x="525701" y="1368438"/>
            <a:ext cx="2535300" cy="61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b="1">
                <a:solidFill>
                  <a:schemeClr val="dk1"/>
                </a:solidFill>
                <a:latin typeface="Nunito Sans"/>
                <a:ea typeface="Nunito Sans"/>
                <a:cs typeface="Nunito Sans"/>
                <a:sym typeface="Nunito Sans"/>
              </a:rPr>
              <a:t>SNP rs4680 in the COMT gene</a:t>
            </a:r>
            <a:endParaRPr sz="1300" b="1">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300" b="1">
                <a:solidFill>
                  <a:schemeClr val="dk1"/>
                </a:solidFill>
                <a:latin typeface="Nunito Sans"/>
                <a:ea typeface="Nunito Sans"/>
                <a:cs typeface="Nunito Sans"/>
                <a:sym typeface="Nunito Sans"/>
              </a:rPr>
              <a:t>SNP rs20417 in the PTGS2 (COX-2) gene  </a:t>
            </a:r>
            <a:endParaRPr sz="1300">
              <a:solidFill>
                <a:schemeClr val="dk1"/>
              </a:solidFill>
              <a:latin typeface="Nunito Sans"/>
              <a:ea typeface="Nunito Sans"/>
              <a:cs typeface="Nunito Sans"/>
              <a:sym typeface="Nunito Sans"/>
            </a:endParaRPr>
          </a:p>
        </p:txBody>
      </p:sp>
      <p:sp>
        <p:nvSpPr>
          <p:cNvPr id="520" name="Google Shape;520;p53"/>
          <p:cNvSpPr txBox="1"/>
          <p:nvPr/>
        </p:nvSpPr>
        <p:spPr>
          <a:xfrm>
            <a:off x="527225" y="4092375"/>
            <a:ext cx="2368500" cy="917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54" b="1">
                <a:solidFill>
                  <a:schemeClr val="dk1"/>
                </a:solidFill>
                <a:latin typeface="Nunito Sans"/>
                <a:ea typeface="Nunito Sans"/>
                <a:cs typeface="Nunito Sans"/>
                <a:sym typeface="Nunito Sans"/>
              </a:rPr>
              <a:t>SNP rs17562 in the ILA1 gene</a:t>
            </a:r>
            <a:endParaRPr sz="1254" b="1">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254" b="1">
                <a:solidFill>
                  <a:schemeClr val="dk1"/>
                </a:solidFill>
                <a:latin typeface="Nunito Sans"/>
                <a:ea typeface="Nunito Sans"/>
                <a:cs typeface="Nunito Sans"/>
                <a:sym typeface="Nunito Sans"/>
              </a:rPr>
              <a:t>SNP rs7521902 in the WNT4 gene </a:t>
            </a:r>
            <a:endParaRPr sz="1254" b="1">
              <a:solidFill>
                <a:schemeClr val="dk1"/>
              </a:solidFill>
              <a:latin typeface="Nunito Sans"/>
              <a:ea typeface="Nunito Sans"/>
              <a:cs typeface="Nunito Sans"/>
              <a:sym typeface="Nunito Sans"/>
            </a:endParaRPr>
          </a:p>
        </p:txBody>
      </p:sp>
      <p:sp>
        <p:nvSpPr>
          <p:cNvPr id="521" name="Google Shape;521;p53"/>
          <p:cNvSpPr/>
          <p:nvPr/>
        </p:nvSpPr>
        <p:spPr>
          <a:xfrm>
            <a:off x="3498850" y="2777700"/>
            <a:ext cx="1848600" cy="318000"/>
          </a:xfrm>
          <a:prstGeom prst="rightArrow">
            <a:avLst>
              <a:gd name="adj1" fmla="val 50000"/>
              <a:gd name="adj2" fmla="val 50000"/>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522" name="Google Shape;522;p53"/>
          <p:cNvSpPr txBox="1"/>
          <p:nvPr/>
        </p:nvSpPr>
        <p:spPr>
          <a:xfrm>
            <a:off x="6055550" y="2208050"/>
            <a:ext cx="3000000" cy="121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500" b="1">
                <a:solidFill>
                  <a:schemeClr val="dk1"/>
                </a:solidFill>
              </a:rPr>
              <a:t>"NSAID Metabolism Issue."</a:t>
            </a:r>
            <a:r>
              <a:rPr lang="en" sz="1500">
                <a:solidFill>
                  <a:schemeClr val="dk1"/>
                </a:solidFill>
              </a:rPr>
              <a:t> Patient is a slow/poor metabolizer. High risk of toxicity with standard NSAID doses.</a:t>
            </a:r>
            <a:endParaRPr sz="1500">
              <a:solidFill>
                <a:schemeClr val="dk1"/>
              </a:solidFill>
            </a:endParaRPr>
          </a:p>
        </p:txBody>
      </p:sp>
      <p:sp>
        <p:nvSpPr>
          <p:cNvPr id="523" name="Google Shape;523;p53"/>
          <p:cNvSpPr txBox="1"/>
          <p:nvPr/>
        </p:nvSpPr>
        <p:spPr>
          <a:xfrm>
            <a:off x="2923150" y="2229000"/>
            <a:ext cx="3000000" cy="61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300" b="1">
                <a:solidFill>
                  <a:schemeClr val="dk1"/>
                </a:solidFill>
              </a:rPr>
              <a:t>Possible Clinical Interpretation from CycleSIGHT Report</a:t>
            </a:r>
            <a:endParaRPr sz="1300" b="1">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23"/>
                                        </p:tgtEl>
                                        <p:attrNameLst>
                                          <p:attrName>style.visibility</p:attrName>
                                        </p:attrNameLst>
                                      </p:cBhvr>
                                      <p:to>
                                        <p:strVal val="visible"/>
                                      </p:to>
                                    </p:set>
                                    <p:anim calcmode="lin" valueType="num">
                                      <p:cBhvr additive="base">
                                        <p:cTn id="31" dur="1000"/>
                                        <p:tgtEl>
                                          <p:spTgt spid="523"/>
                                        </p:tgtEl>
                                        <p:attrNameLst>
                                          <p:attrName>ppt_x</p:attrName>
                                        </p:attrNameLst>
                                      </p:cBhvr>
                                      <p:tavLst>
                                        <p:tav tm="0">
                                          <p:val>
                                            <p:strVal val="#ppt_x-1"/>
                                          </p:val>
                                        </p:tav>
                                        <p:tav tm="100000">
                                          <p:val>
                                            <p:strVal val="#ppt_x"/>
                                          </p:val>
                                        </p:tav>
                                      </p:tavLst>
                                    </p:anim>
                                  </p:childTnLst>
                                </p:cTn>
                              </p:par>
                              <p:par>
                                <p:cTn id="32" presetID="2" presetClass="entr" presetSubtype="8" fill="hold" nodeType="withEffect">
                                  <p:stCondLst>
                                    <p:cond delay="0"/>
                                  </p:stCondLst>
                                  <p:childTnLst>
                                    <p:set>
                                      <p:cBhvr>
                                        <p:cTn id="33" dur="1" fill="hold">
                                          <p:stCondLst>
                                            <p:cond delay="0"/>
                                          </p:stCondLst>
                                        </p:cTn>
                                        <p:tgtEl>
                                          <p:spTgt spid="521"/>
                                        </p:tgtEl>
                                        <p:attrNameLst>
                                          <p:attrName>style.visibility</p:attrName>
                                        </p:attrNameLst>
                                      </p:cBhvr>
                                      <p:to>
                                        <p:strVal val="visible"/>
                                      </p:to>
                                    </p:set>
                                    <p:anim calcmode="lin" valueType="num">
                                      <p:cBhvr additive="base">
                                        <p:cTn id="34" dur="1000"/>
                                        <p:tgtEl>
                                          <p:spTgt spid="521"/>
                                        </p:tgtEl>
                                        <p:attrNameLst>
                                          <p:attrName>ppt_x</p:attrName>
                                        </p:attrNameLst>
                                      </p:cBhvr>
                                      <p:tavLst>
                                        <p:tav tm="0">
                                          <p:val>
                                            <p:strVal val="#ppt_x-1"/>
                                          </p:val>
                                        </p:tav>
                                        <p:tav tm="100000">
                                          <p:val>
                                            <p:strVal val="#ppt_x"/>
                                          </p:val>
                                        </p:tav>
                                      </p:tavLst>
                                    </p:anim>
                                  </p:childTnLst>
                                </p:cTn>
                              </p:par>
                              <p:par>
                                <p:cTn id="35" presetID="2" presetClass="entr" presetSubtype="8" fill="hold" nodeType="withEffect">
                                  <p:stCondLst>
                                    <p:cond delay="0"/>
                                  </p:stCondLst>
                                  <p:childTnLst>
                                    <p:set>
                                      <p:cBhvr>
                                        <p:cTn id="36" dur="1" fill="hold">
                                          <p:stCondLst>
                                            <p:cond delay="0"/>
                                          </p:stCondLst>
                                        </p:cTn>
                                        <p:tgtEl>
                                          <p:spTgt spid="522"/>
                                        </p:tgtEl>
                                        <p:attrNameLst>
                                          <p:attrName>style.visibility</p:attrName>
                                        </p:attrNameLst>
                                      </p:cBhvr>
                                      <p:to>
                                        <p:strVal val="visible"/>
                                      </p:to>
                                    </p:set>
                                    <p:anim calcmode="lin" valueType="num">
                                      <p:cBhvr additive="base">
                                        <p:cTn id="37" dur="1000"/>
                                        <p:tgtEl>
                                          <p:spTgt spid="52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54"/>
          <p:cNvSpPr txBox="1">
            <a:spLocks noGrp="1"/>
          </p:cNvSpPr>
          <p:nvPr>
            <p:ph type="title"/>
          </p:nvPr>
        </p:nvSpPr>
        <p:spPr>
          <a:xfrm>
            <a:off x="228600" y="256925"/>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IP </a:t>
            </a:r>
            <a:endParaRPr/>
          </a:p>
        </p:txBody>
      </p:sp>
      <p:sp>
        <p:nvSpPr>
          <p:cNvPr id="529" name="Google Shape;529;p54"/>
          <p:cNvSpPr txBox="1"/>
          <p:nvPr/>
        </p:nvSpPr>
        <p:spPr>
          <a:xfrm>
            <a:off x="228600" y="1093375"/>
            <a:ext cx="8631600" cy="123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1"/>
                </a:solidFill>
                <a:latin typeface="Nunito Sans"/>
                <a:ea typeface="Nunito Sans"/>
                <a:cs typeface="Nunito Sans"/>
                <a:sym typeface="Nunito Sans"/>
              </a:rPr>
              <a:t>We have a provisional patent on the diagnostic method as we are currently refining and producing our in house built unit to do the diagnosis.</a:t>
            </a:r>
            <a:br>
              <a:rPr lang="en" sz="1700">
                <a:solidFill>
                  <a:schemeClr val="dk1"/>
                </a:solidFill>
                <a:latin typeface="Nunito Sans"/>
                <a:ea typeface="Nunito Sans"/>
                <a:cs typeface="Nunito Sans"/>
                <a:sym typeface="Nunito Sans"/>
              </a:rPr>
            </a:br>
            <a:br>
              <a:rPr lang="en" sz="1700">
                <a:solidFill>
                  <a:schemeClr val="dk1"/>
                </a:solidFill>
                <a:latin typeface="Nunito Sans"/>
                <a:ea typeface="Nunito Sans"/>
                <a:cs typeface="Nunito Sans"/>
                <a:sym typeface="Nunito Sans"/>
              </a:rPr>
            </a:br>
            <a:r>
              <a:rPr lang="en" sz="1700">
                <a:solidFill>
                  <a:schemeClr val="dk1"/>
                </a:solidFill>
                <a:latin typeface="Nunito Sans"/>
                <a:ea typeface="Nunito Sans"/>
                <a:cs typeface="Nunito Sans"/>
                <a:sym typeface="Nunito Sans"/>
              </a:rPr>
              <a:t>Additionally, we have a number of trade secrets we protect.</a:t>
            </a:r>
            <a:endParaRPr sz="1700">
              <a:solidFill>
                <a:schemeClr val="dk1"/>
              </a:solidFill>
              <a:latin typeface="Nunito Sans"/>
              <a:ea typeface="Nunito Sans"/>
              <a:cs typeface="Nunito Sans"/>
              <a:sym typeface="Nunito Sans"/>
            </a:endParaRPr>
          </a:p>
        </p:txBody>
      </p:sp>
      <p:pic>
        <p:nvPicPr>
          <p:cNvPr id="530" name="Google Shape;530;p54" title="patent.gif"/>
          <p:cNvPicPr preferRelativeResize="0"/>
          <p:nvPr/>
        </p:nvPicPr>
        <p:blipFill>
          <a:blip r:embed="rId3">
            <a:alphaModFix/>
          </a:blip>
          <a:stretch>
            <a:fillRect/>
          </a:stretch>
        </p:blipFill>
        <p:spPr>
          <a:xfrm>
            <a:off x="2907075" y="2324875"/>
            <a:ext cx="2513826" cy="25138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55"/>
          <p:cNvSpPr txBox="1">
            <a:spLocks noGrp="1"/>
          </p:cNvSpPr>
          <p:nvPr>
            <p:ph type="title"/>
          </p:nvPr>
        </p:nvSpPr>
        <p:spPr>
          <a:xfrm>
            <a:off x="107575" y="-17700"/>
            <a:ext cx="8407200" cy="492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Would people spend money on our product?</a:t>
            </a:r>
            <a:endParaRPr/>
          </a:p>
        </p:txBody>
      </p:sp>
      <p:sp>
        <p:nvSpPr>
          <p:cNvPr id="536" name="Google Shape;536;p55"/>
          <p:cNvSpPr txBox="1"/>
          <p:nvPr/>
        </p:nvSpPr>
        <p:spPr>
          <a:xfrm>
            <a:off x="107575" y="402050"/>
            <a:ext cx="3302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latin typeface="Nunito Sans"/>
                <a:ea typeface="Nunito Sans"/>
                <a:cs typeface="Nunito Sans"/>
                <a:sym typeface="Nunito Sans"/>
              </a:rPr>
              <a:t>Is there a gap in the market?</a:t>
            </a:r>
            <a:endParaRPr sz="1800" b="1">
              <a:solidFill>
                <a:schemeClr val="dk1"/>
              </a:solidFill>
              <a:latin typeface="Nunito Sans"/>
              <a:ea typeface="Nunito Sans"/>
              <a:cs typeface="Nunito Sans"/>
              <a:sym typeface="Nunito Sans"/>
            </a:endParaRPr>
          </a:p>
        </p:txBody>
      </p:sp>
      <p:sp>
        <p:nvSpPr>
          <p:cNvPr id="537" name="Google Shape;537;p55"/>
          <p:cNvSpPr txBox="1"/>
          <p:nvPr/>
        </p:nvSpPr>
        <p:spPr>
          <a:xfrm>
            <a:off x="4449300" y="425150"/>
            <a:ext cx="4707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b="1">
                <a:solidFill>
                  <a:schemeClr val="dk1"/>
                </a:solidFill>
                <a:latin typeface="Nunito Sans"/>
                <a:ea typeface="Nunito Sans"/>
                <a:cs typeface="Nunito Sans"/>
                <a:sym typeface="Nunito Sans"/>
              </a:rPr>
              <a:t>Concerned about long term effects of NSAID use?</a:t>
            </a:r>
            <a:endParaRPr sz="1500" b="1">
              <a:solidFill>
                <a:schemeClr val="dk1"/>
              </a:solidFill>
              <a:latin typeface="Nunito Sans"/>
              <a:ea typeface="Nunito Sans"/>
              <a:cs typeface="Nunito Sans"/>
              <a:sym typeface="Nunito Sans"/>
            </a:endParaRPr>
          </a:p>
        </p:txBody>
      </p:sp>
      <p:sp>
        <p:nvSpPr>
          <p:cNvPr id="538" name="Google Shape;538;p55"/>
          <p:cNvSpPr txBox="1"/>
          <p:nvPr/>
        </p:nvSpPr>
        <p:spPr>
          <a:xfrm>
            <a:off x="0" y="2687350"/>
            <a:ext cx="41691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Nunito Sans"/>
                <a:ea typeface="Nunito Sans"/>
                <a:cs typeface="Nunito Sans"/>
                <a:sym typeface="Nunito Sans"/>
              </a:rPr>
              <a:t>Are you concerned about cost?</a:t>
            </a:r>
            <a:endParaRPr sz="2000" b="1">
              <a:solidFill>
                <a:schemeClr val="dk1"/>
              </a:solidFill>
              <a:latin typeface="Nunito Sans"/>
              <a:ea typeface="Nunito Sans"/>
              <a:cs typeface="Nunito Sans"/>
              <a:sym typeface="Nunito Sans"/>
            </a:endParaRPr>
          </a:p>
        </p:txBody>
      </p:sp>
      <p:sp>
        <p:nvSpPr>
          <p:cNvPr id="539" name="Google Shape;539;p55"/>
          <p:cNvSpPr txBox="1"/>
          <p:nvPr/>
        </p:nvSpPr>
        <p:spPr>
          <a:xfrm>
            <a:off x="4723913" y="2676150"/>
            <a:ext cx="42483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How do you want your data handled?</a:t>
            </a:r>
            <a:endParaRPr sz="1700" b="1">
              <a:solidFill>
                <a:schemeClr val="dk1"/>
              </a:solidFill>
              <a:latin typeface="Nunito Sans"/>
              <a:ea typeface="Nunito Sans"/>
              <a:cs typeface="Nunito Sans"/>
              <a:sym typeface="Nunito Sans"/>
            </a:endParaRPr>
          </a:p>
        </p:txBody>
      </p:sp>
      <p:pic>
        <p:nvPicPr>
          <p:cNvPr id="540" name="Google Shape;540;p55"/>
          <p:cNvPicPr preferRelativeResize="0"/>
          <p:nvPr/>
        </p:nvPicPr>
        <p:blipFill>
          <a:blip r:embed="rId3">
            <a:alphaModFix/>
          </a:blip>
          <a:stretch>
            <a:fillRect/>
          </a:stretch>
        </p:blipFill>
        <p:spPr>
          <a:xfrm>
            <a:off x="228600" y="802225"/>
            <a:ext cx="2731799" cy="1946276"/>
          </a:xfrm>
          <a:prstGeom prst="rect">
            <a:avLst/>
          </a:prstGeom>
          <a:noFill/>
          <a:ln>
            <a:noFill/>
          </a:ln>
        </p:spPr>
      </p:pic>
      <p:pic>
        <p:nvPicPr>
          <p:cNvPr id="541" name="Google Shape;541;p55"/>
          <p:cNvPicPr preferRelativeResize="0"/>
          <p:nvPr/>
        </p:nvPicPr>
        <p:blipFill>
          <a:blip r:embed="rId4">
            <a:alphaModFix/>
          </a:blip>
          <a:stretch>
            <a:fillRect/>
          </a:stretch>
        </p:blipFill>
        <p:spPr>
          <a:xfrm>
            <a:off x="235249" y="3103750"/>
            <a:ext cx="2919398" cy="1946276"/>
          </a:xfrm>
          <a:prstGeom prst="rect">
            <a:avLst/>
          </a:prstGeom>
          <a:noFill/>
          <a:ln>
            <a:noFill/>
          </a:ln>
        </p:spPr>
      </p:pic>
      <p:pic>
        <p:nvPicPr>
          <p:cNvPr id="542" name="Google Shape;542;p55"/>
          <p:cNvPicPr preferRelativeResize="0"/>
          <p:nvPr/>
        </p:nvPicPr>
        <p:blipFill>
          <a:blip r:embed="rId5">
            <a:alphaModFix/>
          </a:blip>
          <a:stretch>
            <a:fillRect/>
          </a:stretch>
        </p:blipFill>
        <p:spPr>
          <a:xfrm>
            <a:off x="5150300" y="784650"/>
            <a:ext cx="3005649" cy="1946276"/>
          </a:xfrm>
          <a:prstGeom prst="rect">
            <a:avLst/>
          </a:prstGeom>
          <a:noFill/>
          <a:ln>
            <a:noFill/>
          </a:ln>
        </p:spPr>
      </p:pic>
      <p:pic>
        <p:nvPicPr>
          <p:cNvPr id="543" name="Google Shape;543;p55"/>
          <p:cNvPicPr preferRelativeResize="0"/>
          <p:nvPr/>
        </p:nvPicPr>
        <p:blipFill>
          <a:blip r:embed="rId6">
            <a:alphaModFix/>
          </a:blip>
          <a:stretch>
            <a:fillRect/>
          </a:stretch>
        </p:blipFill>
        <p:spPr>
          <a:xfrm>
            <a:off x="5206125" y="3044825"/>
            <a:ext cx="3007788" cy="20051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56"/>
          <p:cNvSpPr/>
          <p:nvPr/>
        </p:nvSpPr>
        <p:spPr>
          <a:xfrm>
            <a:off x="394404" y="967596"/>
            <a:ext cx="3474000" cy="3208200"/>
          </a:xfrm>
          <a:prstGeom prst="ellipse">
            <a:avLst/>
          </a:prstGeom>
          <a:solidFill>
            <a:srgbClr val="666666"/>
          </a:solidFill>
          <a:ln w="5500" cap="flat" cmpd="sng">
            <a:solidFill>
              <a:srgbClr val="1F497D"/>
            </a:solidFill>
            <a:prstDash val="solid"/>
            <a:round/>
            <a:headEnd type="none" w="sm" len="sm"/>
            <a:tailEnd type="none" w="sm" len="sm"/>
          </a:ln>
        </p:spPr>
        <p:txBody>
          <a:bodyPr spcFirstLastPara="1" wrap="square" lIns="52675" tIns="52675" rIns="52675" bIns="52675" anchor="ctr" anchorCtr="0">
            <a:noAutofit/>
          </a:bodyPr>
          <a:lstStyle/>
          <a:p>
            <a:pPr marL="0" lvl="0" indent="0" algn="ctr" rtl="0">
              <a:spcBef>
                <a:spcPts val="0"/>
              </a:spcBef>
              <a:spcAft>
                <a:spcPts val="0"/>
              </a:spcAft>
              <a:buNone/>
            </a:pPr>
            <a:endParaRPr sz="807">
              <a:latin typeface="Calibri"/>
              <a:ea typeface="Calibri"/>
              <a:cs typeface="Calibri"/>
              <a:sym typeface="Calibri"/>
            </a:endParaRPr>
          </a:p>
        </p:txBody>
      </p:sp>
      <p:sp>
        <p:nvSpPr>
          <p:cNvPr id="549" name="Google Shape;549;p56"/>
          <p:cNvSpPr/>
          <p:nvPr/>
        </p:nvSpPr>
        <p:spPr>
          <a:xfrm>
            <a:off x="870241" y="1813392"/>
            <a:ext cx="2522100" cy="2362500"/>
          </a:xfrm>
          <a:prstGeom prst="ellipse">
            <a:avLst/>
          </a:prstGeom>
          <a:solidFill>
            <a:srgbClr val="CCCCCC"/>
          </a:solidFill>
          <a:ln w="5500" cap="flat" cmpd="sng">
            <a:solidFill>
              <a:srgbClr val="1F497D"/>
            </a:solidFill>
            <a:prstDash val="solid"/>
            <a:round/>
            <a:headEnd type="none" w="sm" len="sm"/>
            <a:tailEnd type="none" w="sm" len="sm"/>
          </a:ln>
        </p:spPr>
        <p:txBody>
          <a:bodyPr spcFirstLastPara="1" wrap="square" lIns="52675" tIns="52675" rIns="52675" bIns="52675" anchor="ctr" anchorCtr="0">
            <a:noAutofit/>
          </a:bodyPr>
          <a:lstStyle/>
          <a:p>
            <a:pPr marL="0" lvl="0" indent="0" algn="ctr" rtl="0">
              <a:spcBef>
                <a:spcPts val="0"/>
              </a:spcBef>
              <a:spcAft>
                <a:spcPts val="0"/>
              </a:spcAft>
              <a:buNone/>
            </a:pPr>
            <a:endParaRPr sz="807">
              <a:solidFill>
                <a:srgbClr val="FFFFFF"/>
              </a:solidFill>
              <a:latin typeface="Calibri"/>
              <a:ea typeface="Calibri"/>
              <a:cs typeface="Calibri"/>
              <a:sym typeface="Calibri"/>
            </a:endParaRPr>
          </a:p>
        </p:txBody>
      </p:sp>
      <p:sp>
        <p:nvSpPr>
          <p:cNvPr id="550" name="Google Shape;550;p56"/>
          <p:cNvSpPr/>
          <p:nvPr/>
        </p:nvSpPr>
        <p:spPr>
          <a:xfrm>
            <a:off x="1487810" y="2861098"/>
            <a:ext cx="1287300" cy="1314600"/>
          </a:xfrm>
          <a:prstGeom prst="ellipse">
            <a:avLst/>
          </a:prstGeom>
          <a:solidFill>
            <a:srgbClr val="EFEFEF"/>
          </a:solidFill>
          <a:ln w="5500" cap="flat" cmpd="sng">
            <a:solidFill>
              <a:srgbClr val="1F497D"/>
            </a:solidFill>
            <a:prstDash val="solid"/>
            <a:round/>
            <a:headEnd type="none" w="sm" len="sm"/>
            <a:tailEnd type="none" w="sm" len="sm"/>
          </a:ln>
        </p:spPr>
        <p:txBody>
          <a:bodyPr spcFirstLastPara="1" wrap="square" lIns="52675" tIns="52675" rIns="52675" bIns="52675" anchor="ctr" anchorCtr="0">
            <a:noAutofit/>
          </a:bodyPr>
          <a:lstStyle/>
          <a:p>
            <a:pPr marL="0" lvl="0" indent="0" algn="ctr" rtl="0">
              <a:spcBef>
                <a:spcPts val="0"/>
              </a:spcBef>
              <a:spcAft>
                <a:spcPts val="0"/>
              </a:spcAft>
              <a:buNone/>
            </a:pPr>
            <a:endParaRPr sz="807">
              <a:latin typeface="Calibri"/>
              <a:ea typeface="Calibri"/>
              <a:cs typeface="Calibri"/>
              <a:sym typeface="Calibri"/>
            </a:endParaRPr>
          </a:p>
        </p:txBody>
      </p:sp>
      <p:sp>
        <p:nvSpPr>
          <p:cNvPr id="551" name="Google Shape;551;p56"/>
          <p:cNvSpPr txBox="1"/>
          <p:nvPr/>
        </p:nvSpPr>
        <p:spPr>
          <a:xfrm>
            <a:off x="1830385" y="1244982"/>
            <a:ext cx="602100" cy="390300"/>
          </a:xfrm>
          <a:prstGeom prst="rect">
            <a:avLst/>
          </a:prstGeom>
          <a:noFill/>
          <a:ln w="21950" cap="flat" cmpd="sng">
            <a:solidFill>
              <a:srgbClr val="000000"/>
            </a:solidFill>
            <a:prstDash val="solid"/>
            <a:round/>
            <a:headEnd type="none" w="sm" len="sm"/>
            <a:tailEnd type="none" w="sm" len="sm"/>
          </a:ln>
        </p:spPr>
        <p:txBody>
          <a:bodyPr spcFirstLastPara="1" wrap="square" lIns="52675" tIns="52675" rIns="52675" bIns="52675" anchor="t" anchorCtr="0">
            <a:spAutoFit/>
          </a:bodyPr>
          <a:lstStyle/>
          <a:p>
            <a:pPr marL="0" lvl="0" indent="0" algn="ctr" rtl="0">
              <a:spcBef>
                <a:spcPts val="0"/>
              </a:spcBef>
              <a:spcAft>
                <a:spcPts val="0"/>
              </a:spcAft>
              <a:buNone/>
            </a:pPr>
            <a:r>
              <a:rPr lang="en" sz="1844">
                <a:solidFill>
                  <a:srgbClr val="000000"/>
                </a:solidFill>
                <a:latin typeface="Calibri"/>
                <a:ea typeface="Calibri"/>
                <a:cs typeface="Calibri"/>
                <a:sym typeface="Calibri"/>
              </a:rPr>
              <a:t>TAM</a:t>
            </a:r>
            <a:endParaRPr sz="1844">
              <a:solidFill>
                <a:srgbClr val="000000"/>
              </a:solidFill>
              <a:latin typeface="Calibri"/>
              <a:ea typeface="Calibri"/>
              <a:cs typeface="Calibri"/>
              <a:sym typeface="Calibri"/>
            </a:endParaRPr>
          </a:p>
        </p:txBody>
      </p:sp>
      <p:sp>
        <p:nvSpPr>
          <p:cNvPr id="552" name="Google Shape;552;p56"/>
          <p:cNvSpPr txBox="1"/>
          <p:nvPr/>
        </p:nvSpPr>
        <p:spPr>
          <a:xfrm>
            <a:off x="1830385" y="2253956"/>
            <a:ext cx="602100" cy="390300"/>
          </a:xfrm>
          <a:prstGeom prst="rect">
            <a:avLst/>
          </a:prstGeom>
          <a:noFill/>
          <a:ln w="21950" cap="flat" cmpd="sng">
            <a:solidFill>
              <a:srgbClr val="000000"/>
            </a:solidFill>
            <a:prstDash val="solid"/>
            <a:round/>
            <a:headEnd type="none" w="sm" len="sm"/>
            <a:tailEnd type="none" w="sm" len="sm"/>
          </a:ln>
        </p:spPr>
        <p:txBody>
          <a:bodyPr spcFirstLastPara="1" wrap="square" lIns="52675" tIns="52675" rIns="52675" bIns="52675" anchor="t" anchorCtr="0">
            <a:spAutoFit/>
          </a:bodyPr>
          <a:lstStyle/>
          <a:p>
            <a:pPr marL="0" lvl="0" indent="0" algn="ctr" rtl="0">
              <a:spcBef>
                <a:spcPts val="0"/>
              </a:spcBef>
              <a:spcAft>
                <a:spcPts val="0"/>
              </a:spcAft>
              <a:buNone/>
            </a:pPr>
            <a:r>
              <a:rPr lang="en" sz="1844">
                <a:solidFill>
                  <a:srgbClr val="000000"/>
                </a:solidFill>
                <a:latin typeface="Calibri"/>
                <a:ea typeface="Calibri"/>
                <a:cs typeface="Calibri"/>
                <a:sym typeface="Calibri"/>
              </a:rPr>
              <a:t>SAM</a:t>
            </a:r>
            <a:endParaRPr sz="1844">
              <a:solidFill>
                <a:srgbClr val="000000"/>
              </a:solidFill>
              <a:latin typeface="Calibri"/>
              <a:ea typeface="Calibri"/>
              <a:cs typeface="Calibri"/>
              <a:sym typeface="Calibri"/>
            </a:endParaRPr>
          </a:p>
        </p:txBody>
      </p:sp>
      <p:sp>
        <p:nvSpPr>
          <p:cNvPr id="553" name="Google Shape;553;p56"/>
          <p:cNvSpPr txBox="1"/>
          <p:nvPr/>
        </p:nvSpPr>
        <p:spPr>
          <a:xfrm>
            <a:off x="1778100" y="3379024"/>
            <a:ext cx="706500" cy="390300"/>
          </a:xfrm>
          <a:prstGeom prst="rect">
            <a:avLst/>
          </a:prstGeom>
          <a:noFill/>
          <a:ln w="21950" cap="flat" cmpd="sng">
            <a:solidFill>
              <a:srgbClr val="000000"/>
            </a:solidFill>
            <a:prstDash val="solid"/>
            <a:round/>
            <a:headEnd type="none" w="sm" len="sm"/>
            <a:tailEnd type="none" w="sm" len="sm"/>
          </a:ln>
        </p:spPr>
        <p:txBody>
          <a:bodyPr spcFirstLastPara="1" wrap="square" lIns="52675" tIns="52675" rIns="52675" bIns="52675" anchor="t" anchorCtr="0">
            <a:spAutoFit/>
          </a:bodyPr>
          <a:lstStyle/>
          <a:p>
            <a:pPr marL="0" lvl="0" indent="0" algn="ctr" rtl="0">
              <a:spcBef>
                <a:spcPts val="0"/>
              </a:spcBef>
              <a:spcAft>
                <a:spcPts val="0"/>
              </a:spcAft>
              <a:buNone/>
            </a:pPr>
            <a:r>
              <a:rPr lang="en" sz="1844">
                <a:solidFill>
                  <a:srgbClr val="000000"/>
                </a:solidFill>
                <a:latin typeface="Calibri"/>
                <a:ea typeface="Calibri"/>
                <a:cs typeface="Calibri"/>
                <a:sym typeface="Calibri"/>
              </a:rPr>
              <a:t>SOM</a:t>
            </a:r>
            <a:endParaRPr sz="1844">
              <a:solidFill>
                <a:srgbClr val="000000"/>
              </a:solidFill>
              <a:latin typeface="Calibri"/>
              <a:ea typeface="Calibri"/>
              <a:cs typeface="Calibri"/>
              <a:sym typeface="Calibri"/>
            </a:endParaRPr>
          </a:p>
        </p:txBody>
      </p:sp>
      <p:sp>
        <p:nvSpPr>
          <p:cNvPr id="554" name="Google Shape;554;p56"/>
          <p:cNvSpPr txBox="1"/>
          <p:nvPr/>
        </p:nvSpPr>
        <p:spPr>
          <a:xfrm>
            <a:off x="5411450" y="1613849"/>
            <a:ext cx="3264000" cy="2216400"/>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t" anchorCtr="0">
            <a:spAutoFit/>
          </a:bodyPr>
          <a:lstStyle/>
          <a:p>
            <a:pPr marL="268512" lvl="0" indent="-235857" algn="l"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TAM:</a:t>
            </a:r>
            <a:endParaRPr sz="1600">
              <a:solidFill>
                <a:schemeClr val="dk1"/>
              </a:solidFill>
              <a:latin typeface="Times New Roman"/>
              <a:ea typeface="Times New Roman"/>
              <a:cs typeface="Times New Roman"/>
              <a:sym typeface="Times New Roman"/>
            </a:endParaRPr>
          </a:p>
          <a:p>
            <a:pPr marL="537023" lvl="1" indent="-235856" algn="l"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All Menstruating Individuals ~$492 Billion</a:t>
            </a:r>
            <a:endParaRPr sz="1600">
              <a:solidFill>
                <a:schemeClr val="dk1"/>
              </a:solidFill>
              <a:latin typeface="Times New Roman"/>
              <a:ea typeface="Times New Roman"/>
              <a:cs typeface="Times New Roman"/>
              <a:sym typeface="Times New Roman"/>
            </a:endParaRPr>
          </a:p>
          <a:p>
            <a:pPr marL="268512" lvl="0" indent="-235857" algn="l"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SAM</a:t>
            </a:r>
            <a:endParaRPr sz="1600">
              <a:solidFill>
                <a:schemeClr val="dk1"/>
              </a:solidFill>
              <a:latin typeface="Times New Roman"/>
              <a:ea typeface="Times New Roman"/>
              <a:cs typeface="Times New Roman"/>
              <a:sym typeface="Times New Roman"/>
            </a:endParaRPr>
          </a:p>
          <a:p>
            <a:pPr marL="537023" lvl="1" indent="-235856" algn="l"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USA  ~$21 Billion</a:t>
            </a:r>
            <a:endParaRPr sz="1600">
              <a:solidFill>
                <a:schemeClr val="dk1"/>
              </a:solidFill>
              <a:latin typeface="Times New Roman"/>
              <a:ea typeface="Times New Roman"/>
              <a:cs typeface="Times New Roman"/>
              <a:sym typeface="Times New Roman"/>
            </a:endParaRPr>
          </a:p>
          <a:p>
            <a:pPr marL="268512" lvl="0" indent="-235857" algn="l"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SOM</a:t>
            </a:r>
            <a:endParaRPr sz="1600">
              <a:solidFill>
                <a:schemeClr val="dk1"/>
              </a:solidFill>
              <a:latin typeface="Times New Roman"/>
              <a:ea typeface="Times New Roman"/>
              <a:cs typeface="Times New Roman"/>
              <a:sym typeface="Times New Roman"/>
            </a:endParaRPr>
          </a:p>
          <a:p>
            <a:pPr marL="537023" lvl="1" indent="-235856" algn="l"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Assuming we can service 257k women per year (0.25%): </a:t>
            </a:r>
            <a:br>
              <a:rPr lang="en" sz="1600">
                <a:solidFill>
                  <a:schemeClr val="dk1"/>
                </a:solidFill>
                <a:latin typeface="Times New Roman"/>
                <a:ea typeface="Times New Roman"/>
                <a:cs typeface="Times New Roman"/>
                <a:sym typeface="Times New Roman"/>
              </a:rPr>
            </a:br>
            <a:r>
              <a:rPr lang="en" sz="1600">
                <a:solidFill>
                  <a:schemeClr val="dk1"/>
                </a:solidFill>
                <a:latin typeface="Times New Roman"/>
                <a:ea typeface="Times New Roman"/>
                <a:cs typeface="Times New Roman"/>
                <a:sym typeface="Times New Roman"/>
              </a:rPr>
              <a:t>~$51m per year.</a:t>
            </a:r>
            <a:endParaRPr sz="2286">
              <a:solidFill>
                <a:schemeClr val="dk1"/>
              </a:solidFill>
              <a:latin typeface="Playfair Display"/>
              <a:ea typeface="Playfair Display"/>
              <a:cs typeface="Playfair Display"/>
              <a:sym typeface="Playfair Display"/>
            </a:endParaRPr>
          </a:p>
        </p:txBody>
      </p:sp>
      <p:sp>
        <p:nvSpPr>
          <p:cNvPr id="555" name="Google Shape;555;p56"/>
          <p:cNvSpPr txBox="1"/>
          <p:nvPr/>
        </p:nvSpPr>
        <p:spPr>
          <a:xfrm>
            <a:off x="5216900" y="385608"/>
            <a:ext cx="3653100" cy="1003500"/>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3259">
                <a:solidFill>
                  <a:schemeClr val="dk1"/>
                </a:solidFill>
                <a:latin typeface="Hammersmith One"/>
                <a:ea typeface="Hammersmith One"/>
                <a:cs typeface="Hammersmith One"/>
                <a:sym typeface="Hammersmith One"/>
              </a:rPr>
              <a:t>What are the estimates?</a:t>
            </a:r>
            <a:endParaRPr sz="822">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59"/>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3"/>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cxnSp>
        <p:nvCxnSpPr>
          <p:cNvPr id="568" name="Google Shape;568;p59"/>
          <p:cNvCxnSpPr/>
          <p:nvPr/>
        </p:nvCxnSpPr>
        <p:spPr>
          <a:xfrm>
            <a:off x="324537" y="1762547"/>
            <a:ext cx="8495400" cy="0"/>
          </a:xfrm>
          <a:prstGeom prst="straightConnector1">
            <a:avLst/>
          </a:prstGeom>
          <a:noFill/>
          <a:ln w="9525" cap="flat" cmpd="sng">
            <a:solidFill>
              <a:schemeClr val="accent5"/>
            </a:solidFill>
            <a:prstDash val="solid"/>
            <a:round/>
            <a:headEnd type="none" w="med" len="med"/>
            <a:tailEnd type="stealth" w="med" len="med"/>
          </a:ln>
        </p:spPr>
      </p:cxnSp>
      <p:sp>
        <p:nvSpPr>
          <p:cNvPr id="569" name="Google Shape;569;p59"/>
          <p:cNvSpPr txBox="1">
            <a:spLocks noGrp="1"/>
          </p:cNvSpPr>
          <p:nvPr>
            <p:ph type="title"/>
          </p:nvPr>
        </p:nvSpPr>
        <p:spPr>
          <a:xfrm>
            <a:off x="228600" y="256925"/>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Timeline</a:t>
            </a:r>
            <a:endParaRPr/>
          </a:p>
        </p:txBody>
      </p:sp>
      <p:sp>
        <p:nvSpPr>
          <p:cNvPr id="570" name="Google Shape;570;p59"/>
          <p:cNvSpPr txBox="1">
            <a:spLocks noGrp="1"/>
          </p:cNvSpPr>
          <p:nvPr>
            <p:ph type="title" idx="2"/>
          </p:nvPr>
        </p:nvSpPr>
        <p:spPr>
          <a:xfrm>
            <a:off x="3666825" y="3111025"/>
            <a:ext cx="1379700" cy="954300"/>
          </a:xfrm>
          <a:prstGeom prst="rect">
            <a:avLst/>
          </a:prstGeom>
        </p:spPr>
        <p:txBody>
          <a:bodyPr spcFirstLastPara="1" wrap="square" lIns="91425" tIns="91425" rIns="91425" bIns="0" anchor="t" anchorCtr="0">
            <a:spAutoFit/>
          </a:bodyPr>
          <a:lstStyle/>
          <a:p>
            <a:pPr marL="0" lvl="0" indent="0" algn="l" rtl="0">
              <a:lnSpc>
                <a:spcPct val="115000"/>
              </a:lnSpc>
              <a:spcBef>
                <a:spcPts val="0"/>
              </a:spcBef>
              <a:spcAft>
                <a:spcPts val="0"/>
              </a:spcAft>
              <a:buNone/>
            </a:pPr>
            <a:r>
              <a:rPr lang="en" sz="1000" b="1">
                <a:solidFill>
                  <a:schemeClr val="accent2"/>
                </a:solidFill>
              </a:rPr>
              <a:t>Finalization Steps</a:t>
            </a:r>
            <a:endParaRPr sz="1000"/>
          </a:p>
          <a:p>
            <a:pPr marL="0" lvl="0" indent="0" algn="l" rtl="0">
              <a:lnSpc>
                <a:spcPct val="115000"/>
              </a:lnSpc>
              <a:spcBef>
                <a:spcPts val="0"/>
              </a:spcBef>
              <a:spcAft>
                <a:spcPts val="0"/>
              </a:spcAft>
              <a:buNone/>
            </a:pPr>
            <a:r>
              <a:rPr lang="en" sz="1000"/>
              <a:t>Facility Acquisition</a:t>
            </a:r>
            <a:endParaRPr sz="1000"/>
          </a:p>
          <a:p>
            <a:pPr marL="0" lvl="0" indent="0" algn="l" rtl="0">
              <a:lnSpc>
                <a:spcPct val="115000"/>
              </a:lnSpc>
              <a:spcBef>
                <a:spcPts val="0"/>
              </a:spcBef>
              <a:spcAft>
                <a:spcPts val="0"/>
              </a:spcAft>
              <a:buNone/>
            </a:pPr>
            <a:r>
              <a:rPr lang="en" sz="1000"/>
              <a:t>More Hiring</a:t>
            </a:r>
            <a:endParaRPr sz="1000"/>
          </a:p>
          <a:p>
            <a:pPr marL="0" lvl="0" indent="0" algn="l" rtl="0">
              <a:lnSpc>
                <a:spcPct val="115000"/>
              </a:lnSpc>
              <a:spcBef>
                <a:spcPts val="0"/>
              </a:spcBef>
              <a:spcAft>
                <a:spcPts val="0"/>
              </a:spcAft>
              <a:buNone/>
            </a:pPr>
            <a:r>
              <a:rPr lang="en" sz="1000"/>
              <a:t>Hire Administrators</a:t>
            </a:r>
            <a:endParaRPr sz="1000"/>
          </a:p>
          <a:p>
            <a:pPr marL="0" lvl="0" indent="0" algn="l" rtl="0">
              <a:lnSpc>
                <a:spcPct val="115000"/>
              </a:lnSpc>
              <a:spcBef>
                <a:spcPts val="0"/>
              </a:spcBef>
              <a:spcAft>
                <a:spcPts val="0"/>
              </a:spcAft>
              <a:buNone/>
            </a:pPr>
            <a:r>
              <a:rPr lang="en" sz="1000"/>
              <a:t>Acquire CLIA Cert.</a:t>
            </a:r>
            <a:endParaRPr sz="1000"/>
          </a:p>
        </p:txBody>
      </p:sp>
      <p:sp>
        <p:nvSpPr>
          <p:cNvPr id="571" name="Google Shape;571;p59"/>
          <p:cNvSpPr txBox="1">
            <a:spLocks noGrp="1"/>
          </p:cNvSpPr>
          <p:nvPr>
            <p:ph type="title" idx="5"/>
          </p:nvPr>
        </p:nvSpPr>
        <p:spPr>
          <a:xfrm>
            <a:off x="319450" y="2355500"/>
            <a:ext cx="1690500" cy="777300"/>
          </a:xfrm>
          <a:prstGeom prst="rect">
            <a:avLst/>
          </a:prstGeom>
        </p:spPr>
        <p:txBody>
          <a:bodyPr spcFirstLastPara="1" wrap="square" lIns="91425" tIns="91425" rIns="91425" bIns="0" anchor="t" anchorCtr="0">
            <a:spAutoFit/>
          </a:bodyPr>
          <a:lstStyle/>
          <a:p>
            <a:pPr marL="0" lvl="0" indent="0" algn="l" rtl="0">
              <a:lnSpc>
                <a:spcPct val="115000"/>
              </a:lnSpc>
              <a:spcBef>
                <a:spcPts val="0"/>
              </a:spcBef>
              <a:spcAft>
                <a:spcPts val="0"/>
              </a:spcAft>
              <a:buNone/>
            </a:pPr>
            <a:r>
              <a:rPr lang="en" sz="1000" b="1">
                <a:solidFill>
                  <a:schemeClr val="accent1"/>
                </a:solidFill>
              </a:rPr>
              <a:t>Formalize Company Structure</a:t>
            </a:r>
            <a:endParaRPr sz="1000"/>
          </a:p>
          <a:p>
            <a:pPr marL="0" lvl="0" indent="0" algn="l" rtl="0">
              <a:lnSpc>
                <a:spcPct val="115000"/>
              </a:lnSpc>
              <a:spcBef>
                <a:spcPts val="0"/>
              </a:spcBef>
              <a:spcAft>
                <a:spcPts val="0"/>
              </a:spcAft>
              <a:buNone/>
            </a:pPr>
            <a:r>
              <a:rPr lang="en" sz="1000"/>
              <a:t>Hiring Employees</a:t>
            </a:r>
            <a:endParaRPr sz="1000"/>
          </a:p>
          <a:p>
            <a:pPr marL="0" lvl="0" indent="0" algn="l" rtl="0">
              <a:lnSpc>
                <a:spcPct val="115000"/>
              </a:lnSpc>
              <a:spcBef>
                <a:spcPts val="0"/>
              </a:spcBef>
              <a:spcAft>
                <a:spcPts val="0"/>
              </a:spcAft>
              <a:buNone/>
            </a:pPr>
            <a:r>
              <a:rPr lang="en" sz="1000"/>
              <a:t>Outreach</a:t>
            </a:r>
            <a:endParaRPr sz="1000"/>
          </a:p>
        </p:txBody>
      </p:sp>
      <p:sp>
        <p:nvSpPr>
          <p:cNvPr id="572" name="Google Shape;572;p59"/>
          <p:cNvSpPr txBox="1">
            <a:spLocks noGrp="1"/>
          </p:cNvSpPr>
          <p:nvPr>
            <p:ph type="title" idx="6"/>
          </p:nvPr>
        </p:nvSpPr>
        <p:spPr>
          <a:xfrm>
            <a:off x="230163" y="1462325"/>
            <a:ext cx="763200" cy="200100"/>
          </a:xfrm>
          <a:prstGeom prst="rect">
            <a:avLst/>
          </a:prstGeom>
        </p:spPr>
        <p:txBody>
          <a:bodyPr spcFirstLastPara="1" wrap="square" lIns="91425" tIns="91425" rIns="91425" bIns="0" anchor="t" anchorCtr="0">
            <a:spAutoFit/>
          </a:bodyPr>
          <a:lstStyle/>
          <a:p>
            <a:pPr marL="0" lvl="0" indent="0" algn="l" rtl="0">
              <a:spcBef>
                <a:spcPts val="0"/>
              </a:spcBef>
              <a:spcAft>
                <a:spcPts val="0"/>
              </a:spcAft>
              <a:buNone/>
            </a:pPr>
            <a:r>
              <a:rPr lang="en"/>
              <a:t>January</a:t>
            </a:r>
            <a:endParaRPr/>
          </a:p>
        </p:txBody>
      </p:sp>
      <p:sp>
        <p:nvSpPr>
          <p:cNvPr id="573" name="Google Shape;573;p59"/>
          <p:cNvSpPr txBox="1">
            <a:spLocks noGrp="1"/>
          </p:cNvSpPr>
          <p:nvPr>
            <p:ph type="title" idx="7"/>
          </p:nvPr>
        </p:nvSpPr>
        <p:spPr>
          <a:xfrm>
            <a:off x="1534588" y="1462325"/>
            <a:ext cx="763200" cy="200100"/>
          </a:xfrm>
          <a:prstGeom prst="rect">
            <a:avLst/>
          </a:prstGeom>
        </p:spPr>
        <p:txBody>
          <a:bodyPr spcFirstLastPara="1" wrap="square" lIns="91425" tIns="91425" rIns="91425" bIns="0" anchor="t" anchorCtr="0">
            <a:spAutoFit/>
          </a:bodyPr>
          <a:lstStyle/>
          <a:p>
            <a:pPr marL="0" lvl="0" indent="0" algn="l" rtl="0">
              <a:spcBef>
                <a:spcPts val="0"/>
              </a:spcBef>
              <a:spcAft>
                <a:spcPts val="0"/>
              </a:spcAft>
              <a:buNone/>
            </a:pPr>
            <a:r>
              <a:rPr lang="en"/>
              <a:t>February</a:t>
            </a:r>
            <a:endParaRPr/>
          </a:p>
        </p:txBody>
      </p:sp>
      <p:sp>
        <p:nvSpPr>
          <p:cNvPr id="574" name="Google Shape;574;p59"/>
          <p:cNvSpPr txBox="1">
            <a:spLocks noGrp="1"/>
          </p:cNvSpPr>
          <p:nvPr>
            <p:ph type="title" idx="8"/>
          </p:nvPr>
        </p:nvSpPr>
        <p:spPr>
          <a:xfrm>
            <a:off x="2839013" y="1462325"/>
            <a:ext cx="763200" cy="200100"/>
          </a:xfrm>
          <a:prstGeom prst="rect">
            <a:avLst/>
          </a:prstGeom>
        </p:spPr>
        <p:txBody>
          <a:bodyPr spcFirstLastPara="1" wrap="square" lIns="91425" tIns="91425" rIns="91425" bIns="0" anchor="t" anchorCtr="0">
            <a:spAutoFit/>
          </a:bodyPr>
          <a:lstStyle/>
          <a:p>
            <a:pPr marL="0" lvl="0" indent="0" algn="l" rtl="0">
              <a:spcBef>
                <a:spcPts val="0"/>
              </a:spcBef>
              <a:spcAft>
                <a:spcPts val="0"/>
              </a:spcAft>
              <a:buNone/>
            </a:pPr>
            <a:r>
              <a:rPr lang="en"/>
              <a:t>March</a:t>
            </a:r>
            <a:endParaRPr/>
          </a:p>
        </p:txBody>
      </p:sp>
      <p:sp>
        <p:nvSpPr>
          <p:cNvPr id="575" name="Google Shape;575;p59"/>
          <p:cNvSpPr txBox="1">
            <a:spLocks noGrp="1"/>
          </p:cNvSpPr>
          <p:nvPr>
            <p:ph type="title" idx="9"/>
          </p:nvPr>
        </p:nvSpPr>
        <p:spPr>
          <a:xfrm>
            <a:off x="4143438" y="1462325"/>
            <a:ext cx="763200" cy="200100"/>
          </a:xfrm>
          <a:prstGeom prst="rect">
            <a:avLst/>
          </a:prstGeom>
        </p:spPr>
        <p:txBody>
          <a:bodyPr spcFirstLastPara="1" wrap="square" lIns="91425" tIns="91425" rIns="91425" bIns="0" anchor="t" anchorCtr="0">
            <a:spAutoFit/>
          </a:bodyPr>
          <a:lstStyle/>
          <a:p>
            <a:pPr marL="0" lvl="0" indent="0" algn="l" rtl="0">
              <a:spcBef>
                <a:spcPts val="0"/>
              </a:spcBef>
              <a:spcAft>
                <a:spcPts val="0"/>
              </a:spcAft>
              <a:buNone/>
            </a:pPr>
            <a:r>
              <a:rPr lang="en"/>
              <a:t>April</a:t>
            </a:r>
            <a:endParaRPr/>
          </a:p>
        </p:txBody>
      </p:sp>
      <p:sp>
        <p:nvSpPr>
          <p:cNvPr id="576" name="Google Shape;576;p59"/>
          <p:cNvSpPr txBox="1">
            <a:spLocks noGrp="1"/>
          </p:cNvSpPr>
          <p:nvPr>
            <p:ph type="title" idx="13"/>
          </p:nvPr>
        </p:nvSpPr>
        <p:spPr>
          <a:xfrm>
            <a:off x="5447863" y="1462325"/>
            <a:ext cx="763200" cy="200100"/>
          </a:xfrm>
          <a:prstGeom prst="rect">
            <a:avLst/>
          </a:prstGeom>
        </p:spPr>
        <p:txBody>
          <a:bodyPr spcFirstLastPara="1" wrap="square" lIns="91425" tIns="91425" rIns="91425" bIns="0" anchor="t" anchorCtr="0">
            <a:spAutoFit/>
          </a:bodyPr>
          <a:lstStyle/>
          <a:p>
            <a:pPr marL="0" lvl="0" indent="0" algn="l" rtl="0">
              <a:spcBef>
                <a:spcPts val="0"/>
              </a:spcBef>
              <a:spcAft>
                <a:spcPts val="0"/>
              </a:spcAft>
              <a:buNone/>
            </a:pPr>
            <a:r>
              <a:rPr lang="en"/>
              <a:t>May</a:t>
            </a:r>
            <a:endParaRPr/>
          </a:p>
        </p:txBody>
      </p:sp>
      <p:sp>
        <p:nvSpPr>
          <p:cNvPr id="577" name="Google Shape;577;p59"/>
          <p:cNvSpPr txBox="1">
            <a:spLocks noGrp="1"/>
          </p:cNvSpPr>
          <p:nvPr>
            <p:ph type="title" idx="14"/>
          </p:nvPr>
        </p:nvSpPr>
        <p:spPr>
          <a:xfrm>
            <a:off x="6752288" y="1462325"/>
            <a:ext cx="763200" cy="200100"/>
          </a:xfrm>
          <a:prstGeom prst="rect">
            <a:avLst/>
          </a:prstGeom>
        </p:spPr>
        <p:txBody>
          <a:bodyPr spcFirstLastPara="1" wrap="square" lIns="91425" tIns="91425" rIns="91425" bIns="0" anchor="t" anchorCtr="0">
            <a:spAutoFit/>
          </a:bodyPr>
          <a:lstStyle/>
          <a:p>
            <a:pPr marL="0" lvl="0" indent="0" algn="l" rtl="0">
              <a:spcBef>
                <a:spcPts val="0"/>
              </a:spcBef>
              <a:spcAft>
                <a:spcPts val="0"/>
              </a:spcAft>
              <a:buNone/>
            </a:pPr>
            <a:r>
              <a:rPr lang="en"/>
              <a:t>June</a:t>
            </a:r>
            <a:endParaRPr/>
          </a:p>
        </p:txBody>
      </p:sp>
      <p:sp>
        <p:nvSpPr>
          <p:cNvPr id="578" name="Google Shape;578;p59"/>
          <p:cNvSpPr txBox="1">
            <a:spLocks noGrp="1"/>
          </p:cNvSpPr>
          <p:nvPr>
            <p:ph type="title" idx="15"/>
          </p:nvPr>
        </p:nvSpPr>
        <p:spPr>
          <a:xfrm>
            <a:off x="8056713" y="1462325"/>
            <a:ext cx="763200" cy="200100"/>
          </a:xfrm>
          <a:prstGeom prst="rect">
            <a:avLst/>
          </a:prstGeom>
        </p:spPr>
        <p:txBody>
          <a:bodyPr spcFirstLastPara="1" wrap="square" lIns="91425" tIns="91425" rIns="91425" bIns="0" anchor="t" anchorCtr="0">
            <a:spAutoFit/>
          </a:bodyPr>
          <a:lstStyle/>
          <a:p>
            <a:pPr marL="0" lvl="0" indent="0" algn="l" rtl="0">
              <a:spcBef>
                <a:spcPts val="0"/>
              </a:spcBef>
              <a:spcAft>
                <a:spcPts val="0"/>
              </a:spcAft>
              <a:buNone/>
            </a:pPr>
            <a:r>
              <a:rPr lang="en"/>
              <a:t>July</a:t>
            </a:r>
            <a:endParaRPr/>
          </a:p>
        </p:txBody>
      </p:sp>
      <p:sp>
        <p:nvSpPr>
          <p:cNvPr id="579" name="Google Shape;579;p59"/>
          <p:cNvSpPr/>
          <p:nvPr/>
        </p:nvSpPr>
        <p:spPr>
          <a:xfrm>
            <a:off x="319450" y="1862675"/>
            <a:ext cx="1690500" cy="257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2"/>
                </a:solidFill>
                <a:latin typeface="Poppins SemiBold"/>
                <a:ea typeface="Poppins SemiBold"/>
                <a:cs typeface="Poppins SemiBold"/>
                <a:sym typeface="Poppins SemiBold"/>
              </a:rPr>
              <a:t>First 3 Months</a:t>
            </a:r>
            <a:endParaRPr sz="700">
              <a:solidFill>
                <a:schemeClr val="dk2"/>
              </a:solidFill>
              <a:latin typeface="Poppins SemiBold"/>
              <a:ea typeface="Poppins SemiBold"/>
              <a:cs typeface="Poppins SemiBold"/>
              <a:sym typeface="Poppins SemiBold"/>
            </a:endParaRPr>
          </a:p>
        </p:txBody>
      </p:sp>
      <p:sp>
        <p:nvSpPr>
          <p:cNvPr id="580" name="Google Shape;580;p59"/>
          <p:cNvSpPr/>
          <p:nvPr/>
        </p:nvSpPr>
        <p:spPr>
          <a:xfrm>
            <a:off x="372364" y="1925135"/>
            <a:ext cx="142800" cy="142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cxnSp>
        <p:nvCxnSpPr>
          <p:cNvPr id="581" name="Google Shape;581;p59"/>
          <p:cNvCxnSpPr/>
          <p:nvPr/>
        </p:nvCxnSpPr>
        <p:spPr>
          <a:xfrm>
            <a:off x="388791" y="2074874"/>
            <a:ext cx="0" cy="324600"/>
          </a:xfrm>
          <a:prstGeom prst="straightConnector1">
            <a:avLst/>
          </a:prstGeom>
          <a:noFill/>
          <a:ln w="9525" cap="flat" cmpd="sng">
            <a:solidFill>
              <a:schemeClr val="accent1"/>
            </a:solidFill>
            <a:prstDash val="solid"/>
            <a:round/>
            <a:headEnd type="none" w="med" len="med"/>
            <a:tailEnd type="none" w="med" len="med"/>
          </a:ln>
        </p:spPr>
      </p:cxnSp>
      <p:sp>
        <p:nvSpPr>
          <p:cNvPr id="582" name="Google Shape;582;p59"/>
          <p:cNvSpPr/>
          <p:nvPr/>
        </p:nvSpPr>
        <p:spPr>
          <a:xfrm>
            <a:off x="3666825" y="2599475"/>
            <a:ext cx="1638900" cy="2571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2"/>
                </a:solidFill>
                <a:latin typeface="Poppins SemiBold"/>
                <a:ea typeface="Poppins SemiBold"/>
                <a:cs typeface="Poppins SemiBold"/>
                <a:sym typeface="Poppins SemiBold"/>
              </a:rPr>
              <a:t>Next 6-12 Months</a:t>
            </a:r>
            <a:endParaRPr sz="700">
              <a:solidFill>
                <a:schemeClr val="dk2"/>
              </a:solidFill>
              <a:latin typeface="Poppins SemiBold"/>
              <a:ea typeface="Poppins SemiBold"/>
              <a:cs typeface="Poppins SemiBold"/>
              <a:sym typeface="Poppins SemiBold"/>
            </a:endParaRPr>
          </a:p>
        </p:txBody>
      </p:sp>
      <p:sp>
        <p:nvSpPr>
          <p:cNvPr id="583" name="Google Shape;583;p59"/>
          <p:cNvSpPr/>
          <p:nvPr/>
        </p:nvSpPr>
        <p:spPr>
          <a:xfrm>
            <a:off x="2333789" y="2377307"/>
            <a:ext cx="142800" cy="142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cxnSp>
        <p:nvCxnSpPr>
          <p:cNvPr id="584" name="Google Shape;584;p59"/>
          <p:cNvCxnSpPr/>
          <p:nvPr/>
        </p:nvCxnSpPr>
        <p:spPr>
          <a:xfrm>
            <a:off x="3729005" y="2810270"/>
            <a:ext cx="0" cy="324600"/>
          </a:xfrm>
          <a:prstGeom prst="straightConnector1">
            <a:avLst/>
          </a:prstGeom>
          <a:noFill/>
          <a:ln w="9525" cap="flat" cmpd="sng">
            <a:solidFill>
              <a:schemeClr val="accent2"/>
            </a:solidFill>
            <a:prstDash val="solid"/>
            <a:round/>
            <a:headEnd type="none" w="med" len="med"/>
            <a:tailEnd type="none" w="med" len="med"/>
          </a:ln>
        </p:spPr>
      </p:cxnSp>
      <p:sp>
        <p:nvSpPr>
          <p:cNvPr id="585" name="Google Shape;585;p59"/>
          <p:cNvSpPr/>
          <p:nvPr/>
        </p:nvSpPr>
        <p:spPr>
          <a:xfrm>
            <a:off x="2009950" y="2252225"/>
            <a:ext cx="1597200" cy="2571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2"/>
                </a:solidFill>
                <a:latin typeface="Poppins SemiBold"/>
                <a:ea typeface="Poppins SemiBold"/>
                <a:cs typeface="Poppins SemiBold"/>
                <a:sym typeface="Poppins SemiBold"/>
              </a:rPr>
              <a:t>The Next 4-8 Months</a:t>
            </a:r>
            <a:endParaRPr sz="700">
              <a:solidFill>
                <a:schemeClr val="dk2"/>
              </a:solidFill>
              <a:latin typeface="Poppins SemiBold"/>
              <a:ea typeface="Poppins SemiBold"/>
              <a:cs typeface="Poppins SemiBold"/>
              <a:sym typeface="Poppins SemiBold"/>
            </a:endParaRPr>
          </a:p>
        </p:txBody>
      </p:sp>
      <p:sp>
        <p:nvSpPr>
          <p:cNvPr id="586" name="Google Shape;586;p59"/>
          <p:cNvSpPr txBox="1"/>
          <p:nvPr/>
        </p:nvSpPr>
        <p:spPr>
          <a:xfrm>
            <a:off x="2009950" y="2722700"/>
            <a:ext cx="1590000" cy="86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b="1" dirty="0">
                <a:solidFill>
                  <a:schemeClr val="lt2"/>
                </a:solidFill>
                <a:latin typeface="Nunito Sans"/>
                <a:ea typeface="Nunito Sans"/>
                <a:cs typeface="Nunito Sans"/>
                <a:sym typeface="Nunito Sans"/>
              </a:rPr>
              <a:t>R&amp;D Development</a:t>
            </a:r>
            <a:endParaRPr sz="1000" dirty="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000" dirty="0">
                <a:solidFill>
                  <a:schemeClr val="dk1"/>
                </a:solidFill>
                <a:latin typeface="Nunito Sans"/>
                <a:ea typeface="Nunito Sans"/>
                <a:cs typeface="Nunito Sans"/>
                <a:sym typeface="Nunito Sans"/>
              </a:rPr>
              <a:t>Panel Setup</a:t>
            </a:r>
            <a:endParaRPr sz="1000" dirty="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000" dirty="0">
                <a:solidFill>
                  <a:schemeClr val="dk1"/>
                </a:solidFill>
                <a:latin typeface="Nunito Sans"/>
                <a:ea typeface="Nunito Sans"/>
                <a:cs typeface="Nunito Sans"/>
                <a:sym typeface="Nunito Sans"/>
              </a:rPr>
              <a:t>Validation of Test</a:t>
            </a:r>
            <a:endParaRPr sz="1000" dirty="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000" dirty="0">
                <a:solidFill>
                  <a:schemeClr val="dk1"/>
                </a:solidFill>
                <a:latin typeface="Nunito Sans"/>
                <a:ea typeface="Nunito Sans"/>
                <a:cs typeface="Nunito Sans"/>
                <a:sym typeface="Nunito Sans"/>
              </a:rPr>
              <a:t>Get Patent/IP protection</a:t>
            </a:r>
            <a:endParaRPr sz="1000" dirty="0">
              <a:solidFill>
                <a:schemeClr val="dk1"/>
              </a:solidFill>
              <a:latin typeface="Nunito Sans"/>
              <a:ea typeface="Nunito Sans"/>
              <a:cs typeface="Nunito Sans"/>
              <a:sym typeface="Nunito Sans"/>
            </a:endParaRPr>
          </a:p>
        </p:txBody>
      </p:sp>
      <p:sp>
        <p:nvSpPr>
          <p:cNvPr id="587" name="Google Shape;587;p59"/>
          <p:cNvSpPr/>
          <p:nvPr/>
        </p:nvSpPr>
        <p:spPr>
          <a:xfrm>
            <a:off x="2079449" y="2295287"/>
            <a:ext cx="142800" cy="142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cxnSp>
        <p:nvCxnSpPr>
          <p:cNvPr id="588" name="Google Shape;588;p59"/>
          <p:cNvCxnSpPr/>
          <p:nvPr/>
        </p:nvCxnSpPr>
        <p:spPr>
          <a:xfrm>
            <a:off x="2125674" y="2458084"/>
            <a:ext cx="0" cy="324600"/>
          </a:xfrm>
          <a:prstGeom prst="straightConnector1">
            <a:avLst/>
          </a:prstGeom>
          <a:noFill/>
          <a:ln w="9525" cap="flat" cmpd="sng">
            <a:solidFill>
              <a:schemeClr val="lt2"/>
            </a:solidFill>
            <a:prstDash val="solid"/>
            <a:round/>
            <a:headEnd type="none" w="med" len="med"/>
            <a:tailEnd type="none" w="med" len="med"/>
          </a:ln>
        </p:spPr>
      </p:cxnSp>
      <p:sp>
        <p:nvSpPr>
          <p:cNvPr id="589" name="Google Shape;589;p59"/>
          <p:cNvSpPr/>
          <p:nvPr/>
        </p:nvSpPr>
        <p:spPr>
          <a:xfrm>
            <a:off x="3744174" y="2654300"/>
            <a:ext cx="142800" cy="142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sp>
        <p:nvSpPr>
          <p:cNvPr id="590" name="Google Shape;590;p59"/>
          <p:cNvSpPr/>
          <p:nvPr/>
        </p:nvSpPr>
        <p:spPr>
          <a:xfrm>
            <a:off x="3867961" y="1349863"/>
            <a:ext cx="977434" cy="412698"/>
          </a:xfrm>
          <a:custGeom>
            <a:avLst/>
            <a:gdLst/>
            <a:ahLst/>
            <a:cxnLst/>
            <a:rect l="l" t="t" r="r" b="b"/>
            <a:pathLst>
              <a:path w="25291" h="10421" fill="none" extrusionOk="0">
                <a:moveTo>
                  <a:pt x="13429" y="1"/>
                </a:moveTo>
                <a:cubicBezTo>
                  <a:pt x="12495" y="81"/>
                  <a:pt x="12323" y="69"/>
                  <a:pt x="11206" y="340"/>
                </a:cubicBezTo>
                <a:cubicBezTo>
                  <a:pt x="8387" y="1019"/>
                  <a:pt x="5615" y="1953"/>
                  <a:pt x="3109" y="3437"/>
                </a:cubicBezTo>
                <a:cubicBezTo>
                  <a:pt x="2087" y="4043"/>
                  <a:pt x="1068" y="4730"/>
                  <a:pt x="450" y="5779"/>
                </a:cubicBezTo>
                <a:cubicBezTo>
                  <a:pt x="0" y="6545"/>
                  <a:pt x="267" y="7335"/>
                  <a:pt x="840" y="7945"/>
                </a:cubicBezTo>
                <a:cubicBezTo>
                  <a:pt x="1240" y="8380"/>
                  <a:pt x="1953" y="8803"/>
                  <a:pt x="2476" y="9032"/>
                </a:cubicBezTo>
                <a:cubicBezTo>
                  <a:pt x="3788" y="9612"/>
                  <a:pt x="5245" y="9886"/>
                  <a:pt x="6663" y="10039"/>
                </a:cubicBezTo>
                <a:cubicBezTo>
                  <a:pt x="10161" y="10420"/>
                  <a:pt x="13841" y="10329"/>
                  <a:pt x="17300" y="9654"/>
                </a:cubicBezTo>
                <a:cubicBezTo>
                  <a:pt x="19589" y="9207"/>
                  <a:pt x="22091" y="8479"/>
                  <a:pt x="23887" y="6919"/>
                </a:cubicBezTo>
                <a:cubicBezTo>
                  <a:pt x="24391" y="6480"/>
                  <a:pt x="24802" y="6057"/>
                  <a:pt x="25005" y="5405"/>
                </a:cubicBezTo>
                <a:cubicBezTo>
                  <a:pt x="25291" y="4463"/>
                  <a:pt x="24860" y="3509"/>
                  <a:pt x="24150" y="2876"/>
                </a:cubicBezTo>
                <a:cubicBezTo>
                  <a:pt x="23582" y="2369"/>
                  <a:pt x="22693" y="2007"/>
                  <a:pt x="21980" y="1801"/>
                </a:cubicBezTo>
                <a:cubicBezTo>
                  <a:pt x="20424" y="1362"/>
                  <a:pt x="18746" y="1240"/>
                  <a:pt x="17140" y="1187"/>
                </a:cubicBezTo>
                <a:cubicBezTo>
                  <a:pt x="15817" y="1145"/>
                  <a:pt x="14795" y="1164"/>
                  <a:pt x="13475" y="1259"/>
                </a:cubicBezTo>
                <a:cubicBezTo>
                  <a:pt x="11709" y="1385"/>
                  <a:pt x="10023" y="1740"/>
                  <a:pt x="8280" y="2003"/>
                </a:cubicBezTo>
              </a:path>
            </a:pathLst>
          </a:custGeom>
          <a:noFill/>
          <a:ln w="19050" cap="rnd" cmpd="sng">
            <a:solidFill>
              <a:schemeClr val="lt2"/>
            </a:solidFill>
            <a:prstDash val="solid"/>
            <a:miter lim="3813"/>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grpSp>
        <p:nvGrpSpPr>
          <p:cNvPr id="591" name="Google Shape;591;p59"/>
          <p:cNvGrpSpPr/>
          <p:nvPr/>
        </p:nvGrpSpPr>
        <p:grpSpPr>
          <a:xfrm rot="730876">
            <a:off x="4483122" y="967581"/>
            <a:ext cx="379180" cy="412749"/>
            <a:chOff x="6219513" y="1474206"/>
            <a:chExt cx="890968" cy="969576"/>
          </a:xfrm>
        </p:grpSpPr>
        <p:sp>
          <p:nvSpPr>
            <p:cNvPr id="592" name="Google Shape;592;p59"/>
            <p:cNvSpPr/>
            <p:nvPr/>
          </p:nvSpPr>
          <p:spPr>
            <a:xfrm rot="7601881">
              <a:off x="6246394" y="1711809"/>
              <a:ext cx="837204" cy="487227"/>
            </a:xfrm>
            <a:custGeom>
              <a:avLst/>
              <a:gdLst/>
              <a:ahLst/>
              <a:cxnLst/>
              <a:rect l="l" t="t" r="r" b="b"/>
              <a:pathLst>
                <a:path w="33488" h="19489" extrusionOk="0">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w="19050" cap="flat" cmpd="sng">
              <a:solidFill>
                <a:schemeClr val="lt2"/>
              </a:solidFill>
              <a:prstDash val="solid"/>
              <a:round/>
              <a:headEnd type="none" w="med" len="med"/>
              <a:tailEnd type="none" w="med" len="med"/>
            </a:ln>
          </p:spPr>
        </p:sp>
        <p:sp>
          <p:nvSpPr>
            <p:cNvPr id="593" name="Google Shape;593;p59"/>
            <p:cNvSpPr/>
            <p:nvPr/>
          </p:nvSpPr>
          <p:spPr>
            <a:xfrm>
              <a:off x="6568876" y="2301803"/>
              <a:ext cx="35119" cy="141979"/>
            </a:xfrm>
            <a:custGeom>
              <a:avLst/>
              <a:gdLst/>
              <a:ahLst/>
              <a:cxnLst/>
              <a:rect l="l" t="t" r="r" b="b"/>
              <a:pathLst>
                <a:path w="2012" h="8134" extrusionOk="0">
                  <a:moveTo>
                    <a:pt x="0" y="0"/>
                  </a:moveTo>
                  <a:cubicBezTo>
                    <a:pt x="763" y="2664"/>
                    <a:pt x="2740" y="5561"/>
                    <a:pt x="1713" y="8134"/>
                  </a:cubicBezTo>
                </a:path>
              </a:pathLst>
            </a:custGeom>
            <a:noFill/>
            <a:ln w="19050" cap="flat" cmpd="sng">
              <a:solidFill>
                <a:schemeClr val="lt2"/>
              </a:solidFill>
              <a:prstDash val="solid"/>
              <a:round/>
              <a:headEnd type="none" w="med" len="med"/>
              <a:tailEnd type="none" w="med" len="med"/>
            </a:ln>
          </p:spPr>
        </p:sp>
        <p:sp>
          <p:nvSpPr>
            <p:cNvPr id="594" name="Google Shape;594;p59"/>
            <p:cNvSpPr/>
            <p:nvPr/>
          </p:nvSpPr>
          <p:spPr>
            <a:xfrm>
              <a:off x="6589138" y="2423774"/>
              <a:ext cx="144475" cy="17438"/>
            </a:xfrm>
            <a:custGeom>
              <a:avLst/>
              <a:gdLst/>
              <a:ahLst/>
              <a:cxnLst/>
              <a:rect l="l" t="t" r="r" b="b"/>
              <a:pathLst>
                <a:path w="8277" h="999" extrusionOk="0">
                  <a:moveTo>
                    <a:pt x="0" y="999"/>
                  </a:moveTo>
                  <a:cubicBezTo>
                    <a:pt x="2696" y="326"/>
                    <a:pt x="5498" y="0"/>
                    <a:pt x="8277" y="0"/>
                  </a:cubicBezTo>
                </a:path>
              </a:pathLst>
            </a:custGeom>
            <a:noFill/>
            <a:ln w="19050" cap="flat" cmpd="sng">
              <a:solidFill>
                <a:schemeClr val="lt2"/>
              </a:solidFill>
              <a:prstDash val="solid"/>
              <a:round/>
              <a:headEnd type="none" w="med" len="med"/>
              <a:tailEnd type="none" w="med" len="med"/>
            </a:ln>
          </p:spPr>
        </p:sp>
      </p:grpSp>
      <p:sp>
        <p:nvSpPr>
          <p:cNvPr id="595" name="Google Shape;595;p59"/>
          <p:cNvSpPr/>
          <p:nvPr/>
        </p:nvSpPr>
        <p:spPr>
          <a:xfrm>
            <a:off x="4485438" y="826600"/>
            <a:ext cx="1022700" cy="257100"/>
          </a:xfrm>
          <a:prstGeom prst="roundRect">
            <a:avLst>
              <a:gd name="adj" fmla="val 50000"/>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lt2"/>
                </a:solidFill>
                <a:latin typeface="Poppins SemiBold"/>
                <a:ea typeface="Poppins SemiBold"/>
                <a:cs typeface="Poppins SemiBold"/>
                <a:sym typeface="Poppins SemiBold"/>
              </a:rPr>
              <a:t>WE’RE HERE</a:t>
            </a:r>
            <a:endParaRPr sz="700">
              <a:solidFill>
                <a:schemeClr val="lt2"/>
              </a:solidFill>
              <a:latin typeface="Poppins SemiBold"/>
              <a:ea typeface="Poppins SemiBold"/>
              <a:cs typeface="Poppins SemiBold"/>
              <a:sym typeface="Poppins SemiBold"/>
            </a:endParaRPr>
          </a:p>
        </p:txBody>
      </p:sp>
      <p:sp>
        <p:nvSpPr>
          <p:cNvPr id="596" name="Google Shape;596;p59"/>
          <p:cNvSpPr txBox="1">
            <a:spLocks noGrp="1"/>
          </p:cNvSpPr>
          <p:nvPr>
            <p:ph type="title" idx="5"/>
          </p:nvPr>
        </p:nvSpPr>
        <p:spPr>
          <a:xfrm>
            <a:off x="5372600" y="3484113"/>
            <a:ext cx="1817700" cy="777300"/>
          </a:xfrm>
          <a:prstGeom prst="rect">
            <a:avLst/>
          </a:prstGeom>
        </p:spPr>
        <p:txBody>
          <a:bodyPr spcFirstLastPara="1" wrap="square" lIns="91425" tIns="91425" rIns="91425" bIns="0" anchor="t" anchorCtr="0">
            <a:spAutoFit/>
          </a:bodyPr>
          <a:lstStyle/>
          <a:p>
            <a:pPr marL="0" lvl="0" indent="0" algn="l" rtl="0">
              <a:lnSpc>
                <a:spcPct val="115000"/>
              </a:lnSpc>
              <a:spcBef>
                <a:spcPts val="0"/>
              </a:spcBef>
              <a:spcAft>
                <a:spcPts val="0"/>
              </a:spcAft>
              <a:buNone/>
            </a:pPr>
            <a:r>
              <a:rPr lang="en" sz="1000" b="1">
                <a:solidFill>
                  <a:schemeClr val="accent3"/>
                </a:solidFill>
              </a:rPr>
              <a:t>Refinement</a:t>
            </a:r>
            <a:endParaRPr sz="1000" b="1">
              <a:solidFill>
                <a:schemeClr val="accent3"/>
              </a:solidFill>
            </a:endParaRPr>
          </a:p>
          <a:p>
            <a:pPr marL="0" lvl="0" indent="0" algn="l" rtl="0">
              <a:lnSpc>
                <a:spcPct val="115000"/>
              </a:lnSpc>
              <a:spcBef>
                <a:spcPts val="0"/>
              </a:spcBef>
              <a:spcAft>
                <a:spcPts val="0"/>
              </a:spcAft>
              <a:buNone/>
            </a:pPr>
            <a:r>
              <a:rPr lang="en" sz="1000"/>
              <a:t>Refine Workflow </a:t>
            </a:r>
            <a:endParaRPr sz="1000"/>
          </a:p>
          <a:p>
            <a:pPr marL="0" lvl="0" indent="0" algn="l" rtl="0">
              <a:lnSpc>
                <a:spcPct val="115000"/>
              </a:lnSpc>
              <a:spcBef>
                <a:spcPts val="0"/>
              </a:spcBef>
              <a:spcAft>
                <a:spcPts val="0"/>
              </a:spcAft>
              <a:buNone/>
            </a:pPr>
            <a:r>
              <a:rPr lang="en" sz="1000"/>
              <a:t>More Outreach</a:t>
            </a:r>
            <a:endParaRPr sz="1000"/>
          </a:p>
          <a:p>
            <a:pPr marL="0" lvl="0" indent="0" algn="l" rtl="0">
              <a:lnSpc>
                <a:spcPct val="115000"/>
              </a:lnSpc>
              <a:spcBef>
                <a:spcPts val="0"/>
              </a:spcBef>
              <a:spcAft>
                <a:spcPts val="0"/>
              </a:spcAft>
              <a:buNone/>
            </a:pPr>
            <a:endParaRPr sz="1000"/>
          </a:p>
        </p:txBody>
      </p:sp>
      <p:sp>
        <p:nvSpPr>
          <p:cNvPr id="597" name="Google Shape;597;p59"/>
          <p:cNvSpPr/>
          <p:nvPr/>
        </p:nvSpPr>
        <p:spPr>
          <a:xfrm>
            <a:off x="5372600" y="2991288"/>
            <a:ext cx="1690500" cy="2571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2"/>
                </a:solidFill>
                <a:latin typeface="Poppins SemiBold"/>
                <a:ea typeface="Poppins SemiBold"/>
                <a:cs typeface="Poppins SemiBold"/>
                <a:sym typeface="Poppins SemiBold"/>
              </a:rPr>
              <a:t>1 Year from now</a:t>
            </a:r>
            <a:endParaRPr sz="700">
              <a:solidFill>
                <a:schemeClr val="dk2"/>
              </a:solidFill>
              <a:latin typeface="Poppins SemiBold"/>
              <a:ea typeface="Poppins SemiBold"/>
              <a:cs typeface="Poppins SemiBold"/>
              <a:sym typeface="Poppins SemiBold"/>
            </a:endParaRPr>
          </a:p>
        </p:txBody>
      </p:sp>
      <p:sp>
        <p:nvSpPr>
          <p:cNvPr id="598" name="Google Shape;598;p59"/>
          <p:cNvSpPr/>
          <p:nvPr/>
        </p:nvSpPr>
        <p:spPr>
          <a:xfrm>
            <a:off x="5425514" y="3053735"/>
            <a:ext cx="142800" cy="142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cxnSp>
        <p:nvCxnSpPr>
          <p:cNvPr id="599" name="Google Shape;599;p59"/>
          <p:cNvCxnSpPr/>
          <p:nvPr/>
        </p:nvCxnSpPr>
        <p:spPr>
          <a:xfrm>
            <a:off x="5454960" y="3203474"/>
            <a:ext cx="0" cy="324600"/>
          </a:xfrm>
          <a:prstGeom prst="straightConnector1">
            <a:avLst/>
          </a:prstGeom>
          <a:noFill/>
          <a:ln w="9525" cap="flat" cmpd="sng">
            <a:solidFill>
              <a:schemeClr val="accent3"/>
            </a:solidFill>
            <a:prstDash val="solid"/>
            <a:round/>
            <a:headEnd type="none" w="med" len="med"/>
            <a:tailEnd type="none" w="med" len="med"/>
          </a:ln>
        </p:spPr>
      </p:cxnSp>
      <p:sp>
        <p:nvSpPr>
          <p:cNvPr id="600" name="Google Shape;600;p59"/>
          <p:cNvSpPr/>
          <p:nvPr/>
        </p:nvSpPr>
        <p:spPr>
          <a:xfrm>
            <a:off x="7190300" y="3497800"/>
            <a:ext cx="1597200" cy="2571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2"/>
                </a:solidFill>
                <a:latin typeface="Poppins SemiBold"/>
                <a:ea typeface="Poppins SemiBold"/>
                <a:cs typeface="Poppins SemiBold"/>
                <a:sym typeface="Poppins SemiBold"/>
              </a:rPr>
              <a:t>2 - 5 Years from now</a:t>
            </a:r>
            <a:endParaRPr sz="700">
              <a:solidFill>
                <a:schemeClr val="dk2"/>
              </a:solidFill>
              <a:latin typeface="Poppins SemiBold"/>
              <a:ea typeface="Poppins SemiBold"/>
              <a:cs typeface="Poppins SemiBold"/>
              <a:sym typeface="Poppins SemiBold"/>
            </a:endParaRPr>
          </a:p>
        </p:txBody>
      </p:sp>
      <p:sp>
        <p:nvSpPr>
          <p:cNvPr id="601" name="Google Shape;601;p59"/>
          <p:cNvSpPr txBox="1"/>
          <p:nvPr/>
        </p:nvSpPr>
        <p:spPr>
          <a:xfrm>
            <a:off x="7190300" y="3968275"/>
            <a:ext cx="1590000" cy="104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b="1">
                <a:solidFill>
                  <a:schemeClr val="accent4"/>
                </a:solidFill>
                <a:latin typeface="Nunito Sans"/>
                <a:ea typeface="Nunito Sans"/>
                <a:cs typeface="Nunito Sans"/>
                <a:sym typeface="Nunito Sans"/>
              </a:rPr>
              <a:t>Increase Scale</a:t>
            </a:r>
            <a:endParaRPr sz="100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000">
                <a:solidFill>
                  <a:schemeClr val="dk1"/>
                </a:solidFill>
                <a:latin typeface="Nunito Sans"/>
                <a:ea typeface="Nunito Sans"/>
                <a:cs typeface="Nunito Sans"/>
                <a:sym typeface="Nunito Sans"/>
              </a:rPr>
              <a:t>More partnerships</a:t>
            </a:r>
            <a:endParaRPr sz="100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000">
                <a:solidFill>
                  <a:schemeClr val="dk1"/>
                </a:solidFill>
                <a:latin typeface="Nunito Sans"/>
                <a:ea typeface="Nunito Sans"/>
                <a:cs typeface="Nunito Sans"/>
                <a:sym typeface="Nunito Sans"/>
              </a:rPr>
              <a:t>License Out</a:t>
            </a:r>
            <a:endParaRPr sz="100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000">
                <a:solidFill>
                  <a:schemeClr val="dk1"/>
                </a:solidFill>
                <a:latin typeface="Nunito Sans"/>
                <a:ea typeface="Nunito Sans"/>
                <a:cs typeface="Nunito Sans"/>
                <a:sym typeface="Nunito Sans"/>
              </a:rPr>
              <a:t>New Facilities</a:t>
            </a:r>
            <a:endParaRPr sz="1000">
              <a:solidFill>
                <a:schemeClr val="dk1"/>
              </a:solidFill>
              <a:latin typeface="Nunito Sans"/>
              <a:ea typeface="Nunito Sans"/>
              <a:cs typeface="Nunito Sans"/>
              <a:sym typeface="Nunito Sans"/>
            </a:endParaRPr>
          </a:p>
          <a:p>
            <a:pPr marL="0" lvl="0" indent="0" algn="l" rtl="0">
              <a:lnSpc>
                <a:spcPct val="115000"/>
              </a:lnSpc>
              <a:spcBef>
                <a:spcPts val="0"/>
              </a:spcBef>
              <a:spcAft>
                <a:spcPts val="0"/>
              </a:spcAft>
              <a:buNone/>
            </a:pPr>
            <a:r>
              <a:rPr lang="en" sz="1000">
                <a:solidFill>
                  <a:schemeClr val="dk1"/>
                </a:solidFill>
                <a:latin typeface="Nunito Sans"/>
                <a:ea typeface="Nunito Sans"/>
                <a:cs typeface="Nunito Sans"/>
                <a:sym typeface="Nunito Sans"/>
              </a:rPr>
              <a:t>Strive for 1% of SAM</a:t>
            </a:r>
            <a:endParaRPr sz="1000">
              <a:solidFill>
                <a:schemeClr val="dk1"/>
              </a:solidFill>
              <a:latin typeface="Nunito Sans"/>
              <a:ea typeface="Nunito Sans"/>
              <a:cs typeface="Nunito Sans"/>
              <a:sym typeface="Nunito Sans"/>
            </a:endParaRPr>
          </a:p>
        </p:txBody>
      </p:sp>
      <p:sp>
        <p:nvSpPr>
          <p:cNvPr id="602" name="Google Shape;602;p59"/>
          <p:cNvSpPr/>
          <p:nvPr/>
        </p:nvSpPr>
        <p:spPr>
          <a:xfrm>
            <a:off x="7259799" y="3540862"/>
            <a:ext cx="142800" cy="1428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cxnSp>
        <p:nvCxnSpPr>
          <p:cNvPr id="603" name="Google Shape;603;p59"/>
          <p:cNvCxnSpPr/>
          <p:nvPr/>
        </p:nvCxnSpPr>
        <p:spPr>
          <a:xfrm>
            <a:off x="7306024" y="3703659"/>
            <a:ext cx="0" cy="324600"/>
          </a:xfrm>
          <a:prstGeom prst="straightConnector1">
            <a:avLst/>
          </a:prstGeom>
          <a:noFill/>
          <a:ln w="9525" cap="flat" cmpd="sng">
            <a:solidFill>
              <a:schemeClr val="accent4"/>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7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8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8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9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9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9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9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0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0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0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60"/>
          <p:cNvSpPr txBox="1">
            <a:spLocks noGrp="1"/>
          </p:cNvSpPr>
          <p:nvPr>
            <p:ph type="title"/>
          </p:nvPr>
        </p:nvSpPr>
        <p:spPr>
          <a:xfrm>
            <a:off x="228600" y="122325"/>
            <a:ext cx="8642700" cy="7695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800"/>
              <a:t>Ask: $11.9 Million for 15% Stake</a:t>
            </a:r>
            <a:endParaRPr sz="3800"/>
          </a:p>
        </p:txBody>
      </p:sp>
      <p:graphicFrame>
        <p:nvGraphicFramePr>
          <p:cNvPr id="609" name="Google Shape;609;p60"/>
          <p:cNvGraphicFramePr/>
          <p:nvPr/>
        </p:nvGraphicFramePr>
        <p:xfrm>
          <a:off x="995900" y="1310050"/>
          <a:ext cx="7152250" cy="2493415"/>
        </p:xfrm>
        <a:graphic>
          <a:graphicData uri="http://schemas.openxmlformats.org/drawingml/2006/table">
            <a:tbl>
              <a:tblPr>
                <a:noFill/>
                <a:tableStyleId>{0304A244-D849-42B6-9DD5-D920D012F09C}</a:tableStyleId>
              </a:tblPr>
              <a:tblGrid>
                <a:gridCol w="3576125">
                  <a:extLst>
                    <a:ext uri="{9D8B030D-6E8A-4147-A177-3AD203B41FA5}">
                      <a16:colId xmlns:a16="http://schemas.microsoft.com/office/drawing/2014/main" val="20000"/>
                    </a:ext>
                  </a:extLst>
                </a:gridCol>
                <a:gridCol w="3576125">
                  <a:extLst>
                    <a:ext uri="{9D8B030D-6E8A-4147-A177-3AD203B41FA5}">
                      <a16:colId xmlns:a16="http://schemas.microsoft.com/office/drawing/2014/main" val="20001"/>
                    </a:ext>
                  </a:extLst>
                </a:gridCol>
              </a:tblGrid>
              <a:tr h="377400">
                <a:tc>
                  <a:txBody>
                    <a:bodyPr/>
                    <a:lstStyle/>
                    <a:p>
                      <a:pPr marL="0" lvl="0" indent="0" algn="ctr" rtl="0">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R&amp;D</a:t>
                      </a:r>
                      <a:endParaRPr>
                        <a:solidFill>
                          <a:srgbClr val="A2C4C9"/>
                        </a:solidFill>
                      </a:endParaRPr>
                    </a:p>
                  </a:txBody>
                  <a:tcPr marL="91425" marR="91425" marT="91425" marB="91425"/>
                </a:tc>
                <a:tc>
                  <a:txBody>
                    <a:bodyPr/>
                    <a:lstStyle/>
                    <a:p>
                      <a:pPr marL="0" lvl="0" indent="0" algn="ctr" rtl="0">
                        <a:spcBef>
                          <a:spcPts val="0"/>
                        </a:spcBef>
                        <a:spcAft>
                          <a:spcPts val="0"/>
                        </a:spcAft>
                        <a:buNone/>
                      </a:pPr>
                      <a:r>
                        <a:rPr lang="en">
                          <a:solidFill>
                            <a:srgbClr val="A2C4C9"/>
                          </a:solidFill>
                        </a:rPr>
                        <a:t>$2.0m</a:t>
                      </a:r>
                      <a:endParaRPr>
                        <a:solidFill>
                          <a:srgbClr val="A2C4C9"/>
                        </a:solidFill>
                      </a:endParaRPr>
                    </a:p>
                  </a:txBody>
                  <a:tcPr marL="91425" marR="91425" marT="91425" marB="91425"/>
                </a:tc>
                <a:extLst>
                  <a:ext uri="{0D108BD9-81ED-4DB2-BD59-A6C34878D82A}">
                    <a16:rowId xmlns:a16="http://schemas.microsoft.com/office/drawing/2014/main" val="10000"/>
                  </a:ext>
                </a:extLst>
              </a:tr>
              <a:tr h="377400">
                <a:tc>
                  <a:txBody>
                    <a:bodyPr/>
                    <a:lstStyle/>
                    <a:p>
                      <a:pPr marL="0" lvl="0" indent="0" algn="ctr" rtl="0">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Staffing</a:t>
                      </a:r>
                      <a:endParaRPr>
                        <a:solidFill>
                          <a:srgbClr val="A2C4C9"/>
                        </a:solidFill>
                      </a:endParaRPr>
                    </a:p>
                  </a:txBody>
                  <a:tcPr marL="91425" marR="91425" marT="91425" marB="91425"/>
                </a:tc>
                <a:tc>
                  <a:txBody>
                    <a:bodyPr/>
                    <a:lstStyle/>
                    <a:p>
                      <a:pPr marL="0" lvl="0" indent="0" algn="ctr" rtl="0">
                        <a:spcBef>
                          <a:spcPts val="0"/>
                        </a:spcBef>
                        <a:spcAft>
                          <a:spcPts val="0"/>
                        </a:spcAft>
                        <a:buNone/>
                      </a:pPr>
                      <a:r>
                        <a:rPr lang="en">
                          <a:solidFill>
                            <a:srgbClr val="A2C4C9"/>
                          </a:solidFill>
                        </a:rPr>
                        <a:t>$3.0m</a:t>
                      </a:r>
                      <a:endParaRPr>
                        <a:solidFill>
                          <a:srgbClr val="A2C4C9"/>
                        </a:solidFill>
                      </a:endParaRPr>
                    </a:p>
                  </a:txBody>
                  <a:tcPr marL="91425" marR="91425" marT="91425" marB="91425"/>
                </a:tc>
                <a:extLst>
                  <a:ext uri="{0D108BD9-81ED-4DB2-BD59-A6C34878D82A}">
                    <a16:rowId xmlns:a16="http://schemas.microsoft.com/office/drawing/2014/main" val="10001"/>
                  </a:ext>
                </a:extLst>
              </a:tr>
              <a:tr h="377400">
                <a:tc>
                  <a:txBody>
                    <a:bodyPr/>
                    <a:lstStyle/>
                    <a:p>
                      <a:pPr marL="0" lvl="0" indent="0" algn="ctr" rtl="0">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Regulatory &amp; CLIA</a:t>
                      </a:r>
                      <a:endParaRPr>
                        <a:solidFill>
                          <a:srgbClr val="A2C4C9"/>
                        </a:solidFill>
                      </a:endParaRPr>
                    </a:p>
                  </a:txBody>
                  <a:tcPr marL="91425" marR="91425" marT="91425" marB="91425"/>
                </a:tc>
                <a:tc>
                  <a:txBody>
                    <a:bodyPr/>
                    <a:lstStyle/>
                    <a:p>
                      <a:pPr marL="0" lvl="0" indent="0" algn="ctr" rtl="0">
                        <a:spcBef>
                          <a:spcPts val="0"/>
                        </a:spcBef>
                        <a:spcAft>
                          <a:spcPts val="0"/>
                        </a:spcAft>
                        <a:buNone/>
                      </a:pPr>
                      <a:r>
                        <a:rPr lang="en">
                          <a:solidFill>
                            <a:srgbClr val="A2C4C9"/>
                          </a:solidFill>
                        </a:rPr>
                        <a:t>$2.0m</a:t>
                      </a:r>
                      <a:endParaRPr>
                        <a:solidFill>
                          <a:srgbClr val="A2C4C9"/>
                        </a:solidFill>
                      </a:endParaRPr>
                    </a:p>
                  </a:txBody>
                  <a:tcPr marL="91425" marR="91425" marT="91425" marB="91425"/>
                </a:tc>
                <a:extLst>
                  <a:ext uri="{0D108BD9-81ED-4DB2-BD59-A6C34878D82A}">
                    <a16:rowId xmlns:a16="http://schemas.microsoft.com/office/drawing/2014/main" val="10002"/>
                  </a:ext>
                </a:extLst>
              </a:tr>
              <a:tr h="377400">
                <a:tc>
                  <a:txBody>
                    <a:bodyPr/>
                    <a:lstStyle/>
                    <a:p>
                      <a:pPr marL="0" lvl="0" indent="0" algn="ctr" rtl="0">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Infrastructure &amp; Lab Space</a:t>
                      </a:r>
                      <a:endParaRPr>
                        <a:solidFill>
                          <a:srgbClr val="A2C4C9"/>
                        </a:solidFill>
                      </a:endParaRPr>
                    </a:p>
                  </a:txBody>
                  <a:tcPr marL="91425" marR="91425" marT="91425" marB="91425"/>
                </a:tc>
                <a:tc>
                  <a:txBody>
                    <a:bodyPr/>
                    <a:lstStyle/>
                    <a:p>
                      <a:pPr marL="0" lvl="0" indent="0" algn="ctr" rtl="0">
                        <a:spcBef>
                          <a:spcPts val="0"/>
                        </a:spcBef>
                        <a:spcAft>
                          <a:spcPts val="0"/>
                        </a:spcAft>
                        <a:buNone/>
                      </a:pPr>
                      <a:r>
                        <a:rPr lang="en">
                          <a:solidFill>
                            <a:srgbClr val="A2C4C9"/>
                          </a:solidFill>
                        </a:rPr>
                        <a:t>$1.9m</a:t>
                      </a:r>
                      <a:endParaRPr>
                        <a:solidFill>
                          <a:srgbClr val="A2C4C9"/>
                        </a:solidFill>
                      </a:endParaRPr>
                    </a:p>
                  </a:txBody>
                  <a:tcPr marL="91425" marR="91425" marT="91425" marB="91425"/>
                </a:tc>
                <a:extLst>
                  <a:ext uri="{0D108BD9-81ED-4DB2-BD59-A6C34878D82A}">
                    <a16:rowId xmlns:a16="http://schemas.microsoft.com/office/drawing/2014/main" val="10003"/>
                  </a:ext>
                </a:extLst>
              </a:tr>
              <a:tr h="454875">
                <a:tc>
                  <a:txBody>
                    <a:bodyPr/>
                    <a:lstStyle/>
                    <a:p>
                      <a:pPr marL="0" lvl="0" indent="0" algn="ctr" rtl="0">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Marketing, Outreach, and Clinical Partnerships</a:t>
                      </a:r>
                      <a:endParaRPr>
                        <a:solidFill>
                          <a:srgbClr val="A2C4C9"/>
                        </a:solidFill>
                      </a:endParaRPr>
                    </a:p>
                  </a:txBody>
                  <a:tcPr marL="91425" marR="91425" marT="91425" marB="91425"/>
                </a:tc>
                <a:tc>
                  <a:txBody>
                    <a:bodyPr/>
                    <a:lstStyle/>
                    <a:p>
                      <a:pPr marL="0" lvl="0" indent="0" algn="ctr" rtl="0">
                        <a:spcBef>
                          <a:spcPts val="0"/>
                        </a:spcBef>
                        <a:spcAft>
                          <a:spcPts val="0"/>
                        </a:spcAft>
                        <a:buNone/>
                      </a:pPr>
                      <a:r>
                        <a:rPr lang="en">
                          <a:solidFill>
                            <a:srgbClr val="A2C4C9"/>
                          </a:solidFill>
                        </a:rPr>
                        <a:t>$2.0m</a:t>
                      </a:r>
                      <a:endParaRPr>
                        <a:solidFill>
                          <a:srgbClr val="A2C4C9"/>
                        </a:solidFill>
                      </a:endParaRPr>
                    </a:p>
                  </a:txBody>
                  <a:tcPr marL="91425" marR="91425" marT="91425" marB="91425"/>
                </a:tc>
                <a:extLst>
                  <a:ext uri="{0D108BD9-81ED-4DB2-BD59-A6C34878D82A}">
                    <a16:rowId xmlns:a16="http://schemas.microsoft.com/office/drawing/2014/main" val="10004"/>
                  </a:ext>
                </a:extLst>
              </a:tr>
              <a:tr h="453700">
                <a:tc>
                  <a:txBody>
                    <a:bodyPr/>
                    <a:lstStyle/>
                    <a:p>
                      <a:pPr marL="0" lvl="0" indent="0" algn="ctr" rtl="0">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Operational &amp; Administrative Costs</a:t>
                      </a:r>
                      <a:endParaRPr>
                        <a:solidFill>
                          <a:srgbClr val="A2C4C9"/>
                        </a:solidFill>
                      </a:endParaRPr>
                    </a:p>
                  </a:txBody>
                  <a:tcPr marL="91425" marR="91425" marT="91425" marB="91425"/>
                </a:tc>
                <a:tc>
                  <a:txBody>
                    <a:bodyPr/>
                    <a:lstStyle/>
                    <a:p>
                      <a:pPr marL="0" lvl="0" indent="0" algn="ctr" rtl="0">
                        <a:spcBef>
                          <a:spcPts val="0"/>
                        </a:spcBef>
                        <a:spcAft>
                          <a:spcPts val="0"/>
                        </a:spcAft>
                        <a:buNone/>
                      </a:pPr>
                      <a:r>
                        <a:rPr lang="en">
                          <a:solidFill>
                            <a:srgbClr val="A2C4C9"/>
                          </a:solidFill>
                        </a:rPr>
                        <a:t>$1.0m</a:t>
                      </a:r>
                      <a:endParaRPr>
                        <a:solidFill>
                          <a:srgbClr val="A2C4C9"/>
                        </a:solidFill>
                      </a:endParaRPr>
                    </a:p>
                  </a:txBody>
                  <a:tcPr marL="91425" marR="91425" marT="91425" marB="91425"/>
                </a:tc>
                <a:extLst>
                  <a:ext uri="{0D108BD9-81ED-4DB2-BD59-A6C34878D82A}">
                    <a16:rowId xmlns:a16="http://schemas.microsoft.com/office/drawing/2014/main" val="10005"/>
                  </a:ext>
                </a:extLst>
              </a:tr>
            </a:tbl>
          </a:graphicData>
        </a:graphic>
      </p:graphicFrame>
      <p:sp>
        <p:nvSpPr>
          <p:cNvPr id="610" name="Google Shape;610;p60"/>
          <p:cNvSpPr txBox="1">
            <a:spLocks noGrp="1"/>
          </p:cNvSpPr>
          <p:nvPr>
            <p:ph type="title"/>
          </p:nvPr>
        </p:nvSpPr>
        <p:spPr>
          <a:xfrm>
            <a:off x="0" y="4157875"/>
            <a:ext cx="9144000" cy="492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2000"/>
              <a:t>Goal: $200M per year within 2-5 years</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61"/>
          <p:cNvSpPr/>
          <p:nvPr/>
        </p:nvSpPr>
        <p:spPr>
          <a:xfrm>
            <a:off x="3448042" y="3574600"/>
            <a:ext cx="2247900" cy="4002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a:solidFill>
                <a:schemeClr val="dk2"/>
              </a:solidFill>
              <a:latin typeface="Nunito Sans SemiBold"/>
              <a:ea typeface="Nunito Sans SemiBold"/>
              <a:cs typeface="Nunito Sans SemiBold"/>
              <a:sym typeface="Nunito Sans SemiBold"/>
            </a:endParaRPr>
          </a:p>
        </p:txBody>
      </p:sp>
      <p:sp>
        <p:nvSpPr>
          <p:cNvPr id="616" name="Google Shape;616;p61"/>
          <p:cNvSpPr txBox="1">
            <a:spLocks noGrp="1"/>
          </p:cNvSpPr>
          <p:nvPr>
            <p:ph type="title"/>
          </p:nvPr>
        </p:nvSpPr>
        <p:spPr>
          <a:xfrm>
            <a:off x="1230200" y="1930281"/>
            <a:ext cx="6683700" cy="172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 you!</a:t>
            </a:r>
            <a:endParaRPr/>
          </a:p>
        </p:txBody>
      </p:sp>
      <p:sp>
        <p:nvSpPr>
          <p:cNvPr id="617" name="Google Shape;617;p61"/>
          <p:cNvSpPr txBox="1">
            <a:spLocks noGrp="1"/>
          </p:cNvSpPr>
          <p:nvPr>
            <p:ph type="subTitle" idx="1"/>
          </p:nvPr>
        </p:nvSpPr>
        <p:spPr>
          <a:xfrm>
            <a:off x="2398700" y="3017550"/>
            <a:ext cx="4346700" cy="45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200"/>
              <a:t>CycleSIGHT</a:t>
            </a:r>
            <a:endParaRPr sz="2200"/>
          </a:p>
        </p:txBody>
      </p:sp>
      <p:sp>
        <p:nvSpPr>
          <p:cNvPr id="618" name="Google Shape;618;p61"/>
          <p:cNvSpPr txBox="1">
            <a:spLocks noGrp="1"/>
          </p:cNvSpPr>
          <p:nvPr>
            <p:ph type="body" idx="2"/>
          </p:nvPr>
        </p:nvSpPr>
        <p:spPr>
          <a:xfrm>
            <a:off x="3448038" y="3574600"/>
            <a:ext cx="2247900" cy="40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Because pain isn’t one-size-fits-all.</a:t>
            </a:r>
            <a:endParaRPr/>
          </a:p>
        </p:txBody>
      </p:sp>
      <p:sp>
        <p:nvSpPr>
          <p:cNvPr id="619" name="Google Shape;619;p61"/>
          <p:cNvSpPr/>
          <p:nvPr/>
        </p:nvSpPr>
        <p:spPr>
          <a:xfrm>
            <a:off x="5282039" y="2736692"/>
            <a:ext cx="1182446" cy="37237"/>
          </a:xfrm>
          <a:custGeom>
            <a:avLst/>
            <a:gdLst/>
            <a:ahLst/>
            <a:cxnLst/>
            <a:rect l="l" t="t" r="r" b="b"/>
            <a:pathLst>
              <a:path w="57603" h="1814" extrusionOk="0">
                <a:moveTo>
                  <a:pt x="0" y="1814"/>
                </a:moveTo>
                <a:cubicBezTo>
                  <a:pt x="19211" y="1814"/>
                  <a:pt x="38392" y="0"/>
                  <a:pt x="57603" y="0"/>
                </a:cubicBezTo>
              </a:path>
            </a:pathLst>
          </a:custGeom>
          <a:noFill/>
          <a:ln w="19050" cap="flat" cmpd="sng">
            <a:solidFill>
              <a:schemeClr val="dk2"/>
            </a:solidFill>
            <a:prstDash val="solid"/>
            <a:round/>
            <a:headEnd type="none" w="med" len="med"/>
            <a:tailEnd type="none" w="med" len="med"/>
          </a:ln>
        </p:spPr>
      </p:sp>
    </p:spTree>
  </p:cSld>
  <p:clrMapOvr>
    <a:masterClrMapping/>
  </p:clrMapOvr>
</p:sld>
</file>

<file path=ppt/theme/theme1.xml><?xml version="1.0" encoding="utf-8"?>
<a:theme xmlns:a="http://schemas.openxmlformats.org/drawingml/2006/main"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1812</Words>
  <Application>Microsoft Macintosh PowerPoint</Application>
  <PresentationFormat>On-screen Show (16:9)</PresentationFormat>
  <Paragraphs>182</Paragraphs>
  <Slides>17</Slides>
  <Notes>17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17</vt:i4>
      </vt:variant>
    </vt:vector>
  </HeadingPairs>
  <TitlesOfParts>
    <vt:vector size="29" baseType="lpstr">
      <vt:lpstr>Nunito Sans SemiBold</vt:lpstr>
      <vt:lpstr>Arial</vt:lpstr>
      <vt:lpstr>Calibri</vt:lpstr>
      <vt:lpstr>Poppins Medium</vt:lpstr>
      <vt:lpstr>Poppins Black</vt:lpstr>
      <vt:lpstr>Poppins</vt:lpstr>
      <vt:lpstr>Nunito Sans</vt:lpstr>
      <vt:lpstr>Hammersmith One</vt:lpstr>
      <vt:lpstr>Times New Roman</vt:lpstr>
      <vt:lpstr>Playfair Display</vt:lpstr>
      <vt:lpstr>Poppins SemiBold</vt:lpstr>
      <vt:lpstr>Marketing Plan Presentation [Style 1]</vt:lpstr>
      <vt:lpstr>Kidney disease is the 8th leading cause of death in the US, followed by liver disease.   *The CDC, 2023</vt:lpstr>
      <vt:lpstr>The Solution: CycleSIGHT</vt:lpstr>
      <vt:lpstr>PowerPoint Presentation</vt:lpstr>
      <vt:lpstr>PowerPoint Presentation</vt:lpstr>
      <vt:lpstr>PowerPoint Presentation</vt:lpstr>
      <vt:lpstr>PowerPoint Presentation</vt:lpstr>
      <vt:lpstr>Meet the team</vt:lpstr>
      <vt:lpstr>The CycleSIGHT Journey</vt:lpstr>
      <vt:lpstr>SNPs of Interest</vt:lpstr>
      <vt:lpstr>IP </vt:lpstr>
      <vt:lpstr>Would people spend money on our product?</vt:lpstr>
      <vt:lpstr>PowerPoint Presentation</vt:lpstr>
      <vt:lpstr>PowerPoint Presentation</vt:lpstr>
      <vt:lpstr>PowerPoint Presentation</vt:lpstr>
      <vt:lpstr>Timeline</vt:lpstr>
      <vt:lpstr>Ask: $11.9 Million for 15% Stake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Gloria Jackson</cp:lastModifiedBy>
  <cp:revision>1</cp:revision>
  <dcterms:modified xsi:type="dcterms:W3CDTF">2026-04-28T17:38:35Z</dcterms:modified>
</cp:coreProperties>
</file>