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86c36d32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86c36d3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6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264750" y="22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Q1.</a:t>
            </a:r>
            <a:endParaRPr/>
          </a:p>
        </p:txBody>
      </p:sp>
      <p:pic>
        <p:nvPicPr>
          <p:cNvPr descr="Forms response chart. Question title: What is your age?. Number of responses: 9 responses." id="896" name="Google Shape;896;p52" title="What is your age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075" y="1053325"/>
            <a:ext cx="4421652" cy="186107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orms response chart. Question title: What is your ethnicity?. Number of responses: 9 responses." id="897" name="Google Shape;897;p52" title="What is your ethnicity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9675" y="3051271"/>
            <a:ext cx="4421652" cy="1861053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3"/>
          <p:cNvSpPr txBox="1"/>
          <p:nvPr>
            <p:ph type="title"/>
          </p:nvPr>
        </p:nvSpPr>
        <p:spPr>
          <a:xfrm>
            <a:off x="394800" y="97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Q2.</a:t>
            </a:r>
            <a:endParaRPr/>
          </a:p>
        </p:txBody>
      </p:sp>
      <p:pic>
        <p:nvPicPr>
          <p:cNvPr descr="Forms response chart. Question title: Have you ever been worried about the long-term effects of taking over-the-counter pain medication for menstrual pain?. Number of responses: 9 responses." id="903" name="Google Shape;903;p53" title="Have you ever been worried about the long-term effects of taking over-the-counter pain medication for menstrual pain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2600"/>
            <a:ext cx="8839204" cy="400958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4"/>
          <p:cNvSpPr txBox="1"/>
          <p:nvPr>
            <p:ph type="title"/>
          </p:nvPr>
        </p:nvSpPr>
        <p:spPr>
          <a:xfrm>
            <a:off x="311700" y="17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Q3.</a:t>
            </a:r>
            <a:endParaRPr/>
          </a:p>
        </p:txBody>
      </p:sp>
      <p:pic>
        <p:nvPicPr>
          <p:cNvPr descr="Forms response chart. Question title: Is there any other service you would like us to provide in addition to the diagnostic test? Select all that apply.. Number of responses: 9 responses." id="909" name="Google Shape;909;p54" title="Is there any other service you would like us to provide in addition to the diagnostic test? Select all that apply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75" y="782450"/>
            <a:ext cx="8056550" cy="4095151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 &amp; Future Directions</a:t>
            </a:r>
            <a:endParaRPr/>
          </a:p>
        </p:txBody>
      </p:sp>
      <p:sp>
        <p:nvSpPr>
          <p:cNvPr id="915" name="Google Shape;915;p55"/>
          <p:cNvSpPr txBox="1"/>
          <p:nvPr>
            <p:ph idx="1" type="body"/>
          </p:nvPr>
        </p:nvSpPr>
        <p:spPr>
          <a:xfrm>
            <a:off x="311700" y="1152475"/>
            <a:ext cx="818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Sufficiently sampled our direct target market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Dissatisfaction with current menstrual pain remedies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Interest in understanding the biological side of NSAID use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Concerns: Data Privacy &amp; Cost</a:t>
            </a:r>
            <a:endParaRPr sz="22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Shift focus to surveying clinicians 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Gain insight into feasibility and implementation</a:t>
            </a:r>
            <a:endParaRPr sz="2200"/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How will it impact workflow?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