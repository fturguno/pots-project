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9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452c1855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452c1855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c452c185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c452c185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c452c1855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c452c1855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c452c1855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c452c185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264750" y="22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Q1.</a:t>
            </a:r>
            <a:endParaRPr/>
          </a:p>
        </p:txBody>
      </p:sp>
      <p:pic>
        <p:nvPicPr>
          <p:cNvPr descr="Forms response chart. Question title: What is your age?. Number of responses: 6 responses." id="896" name="Google Shape;896;p52" title="What is your age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8839204" cy="3720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3"/>
          <p:cNvSpPr txBox="1"/>
          <p:nvPr>
            <p:ph type="title"/>
          </p:nvPr>
        </p:nvSpPr>
        <p:spPr>
          <a:xfrm>
            <a:off x="394800" y="97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Q2.</a:t>
            </a:r>
            <a:endParaRPr/>
          </a:p>
        </p:txBody>
      </p:sp>
      <p:pic>
        <p:nvPicPr>
          <p:cNvPr descr="Forms response chart. Question title: What is your ethnicity?. Number of responses: 6 responses." id="902" name="Google Shape;902;p53" title="What is your ethnicity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2600"/>
            <a:ext cx="8764979" cy="416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4"/>
          <p:cNvSpPr txBox="1"/>
          <p:nvPr>
            <p:ph type="title"/>
          </p:nvPr>
        </p:nvSpPr>
        <p:spPr>
          <a:xfrm>
            <a:off x="311700" y="17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Q3.</a:t>
            </a:r>
            <a:endParaRPr/>
          </a:p>
        </p:txBody>
      </p:sp>
      <p:pic>
        <p:nvPicPr>
          <p:cNvPr descr="Forms response chart. Question title: What is your highest level of education?. Number of responses: 6 responses." id="908" name="Google Shape;908;p54" title="What is your highest level of education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5950"/>
            <a:ext cx="8839204" cy="3720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5"/>
          <p:cNvSpPr txBox="1"/>
          <p:nvPr>
            <p:ph type="title"/>
          </p:nvPr>
        </p:nvSpPr>
        <p:spPr>
          <a:xfrm>
            <a:off x="311700" y="22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Q4.</a:t>
            </a:r>
            <a:endParaRPr/>
          </a:p>
        </p:txBody>
      </p:sp>
      <p:pic>
        <p:nvPicPr>
          <p:cNvPr descr="Forms response chart. Question title: Have you ever felt dissatisfied with the care, products, or solutions available for managing your menstrual symptoms?. Number of responses: 6 responses." id="914" name="Google Shape;914;p55" title="Have you ever felt dissatisfied with the care, products, or solutions available for managing your menstrual symptom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8839204" cy="4009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Q6.</a:t>
            </a:r>
            <a:endParaRPr/>
          </a:p>
        </p:txBody>
      </p:sp>
      <p:pic>
        <p:nvPicPr>
          <p:cNvPr descr="Forms response chart. Question title: Would you be interested in our product if we offered an Early Adopters Program, where the first 2,500 customers receive $100 off the regular $200 price?. Number of responses: 6 responses." id="924" name="Google Shape;924;p57" title="Would you be interested in our product if we offered an Early Adopters Program, where the first 2,500 customers receive $100 off the regular $200 price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42342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Q7.</a:t>
            </a:r>
            <a:endParaRPr/>
          </a:p>
        </p:txBody>
      </p:sp>
      <p:pic>
        <p:nvPicPr>
          <p:cNvPr descr="Forms response chart. Question title: How would you prefer us to handle your biological data and test results after analysis?. Number of responses: 6 responses." id="930" name="Google Shape;930;p58" title="How would you prefer us to handle your biological data and test results after analysi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720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9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